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1" r:id="rId1"/>
    <p:sldMasterId id="2147484015" r:id="rId2"/>
  </p:sldMasterIdLst>
  <p:notesMasterIdLst>
    <p:notesMasterId r:id="rId3"/>
  </p:notesMasterIdLst>
  <p:handoutMasterIdLst>
    <p:handoutMasterId r:id="rId4"/>
  </p:handoutMasterIdLst>
  <p:sldIdLst>
    <p:sldId id="256" r:id="rId10"/>
  </p:sldIdLst>
  <p:sldSz cx="12192000" cy="6858000"/>
  <p:notesSz cx="7315200" cy="12344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888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helle Howell" initials="MH" lastIdx="4" clrIdx="0">
    <p:extLst>
      <p:ext uri="{19B8F6BF-5375-455C-9EA6-DF929625EA0E}">
        <p15:presenceInfo xmlns:p15="http://schemas.microsoft.com/office/powerpoint/2012/main" userId="Michelle Howel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3070"/>
    <a:srgbClr val="000000"/>
    <a:srgbClr val="FFFFFF"/>
    <a:srgbClr val="FDFEFE"/>
    <a:srgbClr val="FEFEFE"/>
    <a:srgbClr val="FFFEFE"/>
    <a:srgbClr val="FFFFFD"/>
    <a:srgbClr val="FFFFFE"/>
    <a:srgbClr val="FFFEFF"/>
    <a:srgbClr val="FE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テーマ スタイル 1 - アクセント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93D81CF-94F2-401A-BA57-92F5A7B2D0C5}" styleName="スタイル (中間)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97" autoAdjust="0"/>
    <p:restoredTop sz="92145" autoAdjust="0"/>
  </p:normalViewPr>
  <p:slideViewPr>
    <p:cSldViewPr snapToGrid="0" showGuides="1">
      <p:cViewPr varScale="1">
        <p:scale>
          <a:sx n="104" d="100"/>
          <a:sy n="104" d="100"/>
        </p:scale>
        <p:origin x="1194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-48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0" d="100"/>
          <a:sy n="50" d="100"/>
        </p:scale>
        <p:origin x="2804" y="44"/>
      </p:cViewPr>
      <p:guideLst>
        <p:guide orient="horz" pos="3888"/>
        <p:guide pos="2304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commentAuthors" Target="commentAuthor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554425A-3696-4DFB-B808-D2B88F3EB7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l">
              <a:defRPr sz="1600"/>
            </a:lvl1pPr>
          </a:lstStyle>
          <a:p>
            <a:endParaRPr lang="en-US" dirty="0">
              <a:latin typeface="Oracle Sans Tab" panose="020B0503020204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51457F-2D60-4187-92B7-C5BBED78E9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9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r">
              <a:defRPr sz="1600"/>
            </a:lvl1pPr>
          </a:lstStyle>
          <a:p>
            <a:fld id="{320DD655-51D6-466D-8D72-5C78765FC630}" type="datetimeFigureOut">
              <a:rPr lang="en-US" smtClean="0">
                <a:latin typeface="Oracle Sans Tab" panose="020B0503020204020204" pitchFamily="34" charset="0"/>
              </a:rPr>
              <a:t>11/14/2024</a:t>
            </a:fld>
            <a:endParaRPr lang="en-US" dirty="0">
              <a:latin typeface="Oracle Sans Tab" panose="020B0503020204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FA8CCD-D5C0-4680-BEFC-52889AACDB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l">
              <a:defRPr sz="1600"/>
            </a:lvl1pPr>
          </a:lstStyle>
          <a:p>
            <a:endParaRPr lang="en-US" dirty="0">
              <a:latin typeface="Oracle Sans Tab" panose="020B0503020204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50B35B-8976-44A2-B80D-FC8BD07A167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r">
              <a:defRPr sz="1600"/>
            </a:lvl1pPr>
          </a:lstStyle>
          <a:p>
            <a:fld id="{9D34DC6F-9D14-4548-8221-51EE6F5B6657}" type="slidenum">
              <a:rPr lang="en-US" smtClean="0">
                <a:latin typeface="Oracle Sans Tab" panose="020B0503020204020204" pitchFamily="34" charset="0"/>
              </a:rPr>
              <a:t>‹#›</a:t>
            </a:fld>
            <a:endParaRPr lang="en-US" dirty="0">
              <a:latin typeface="Oracle Sans Tab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1278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l">
              <a:defRPr sz="1600">
                <a:latin typeface="Oracle Sans Tab" panose="020B05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9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r">
              <a:defRPr sz="1600">
                <a:latin typeface="Oracle Sans Tab" panose="020B0503020204020204" pitchFamily="34" charset="0"/>
              </a:defRPr>
            </a:lvl1pPr>
          </a:lstStyle>
          <a:p>
            <a:fld id="{4F9C25BA-F9B0-4418-8CA0-3A9DF1256BA5}" type="datetimeFigureOut">
              <a:rPr lang="en-US" smtClean="0"/>
              <a:pPr/>
              <a:t>11/14/2024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4450" y="1543050"/>
            <a:ext cx="7404100" cy="4165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12299" tIns="56150" rIns="112299" bIns="5615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marR="0" lvl="0" indent="0" fontAlgn="auto">
              <a:lnSpc>
                <a:spcPct val="95000"/>
              </a:lnSpc>
              <a:spcBef>
                <a:spcPts val="736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</a:pPr>
            <a:r>
              <a:rPr lang="en-US" dirty="0"/>
              <a:t>Edit Master text styles</a:t>
            </a:r>
          </a:p>
          <a:p>
            <a:pPr marL="449199" marR="0" lvl="1" indent="-224599" fontAlgn="auto">
              <a:lnSpc>
                <a:spcPct val="95000"/>
              </a:lnSpc>
              <a:spcBef>
                <a:spcPts val="736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</a:pPr>
            <a:r>
              <a:rPr lang="en-US" dirty="0"/>
              <a:t>Second level</a:t>
            </a:r>
          </a:p>
          <a:p>
            <a:pPr marL="898397" marR="0" lvl="2" indent="-224599" fontAlgn="auto">
              <a:lnSpc>
                <a:spcPct val="95000"/>
              </a:lnSpc>
              <a:spcBef>
                <a:spcPts val="491"/>
              </a:spcBef>
              <a:spcAft>
                <a:spcPts val="0"/>
              </a:spcAft>
              <a:buClrTx/>
              <a:buSzPct val="120000"/>
              <a:buFont typeface="System Font Regular"/>
              <a:buChar char="-"/>
              <a:tabLst/>
            </a:pPr>
            <a:r>
              <a:rPr lang="en-US" dirty="0"/>
              <a:t>Third level</a:t>
            </a:r>
          </a:p>
          <a:p>
            <a:pPr marL="1347596" marR="0" lvl="3" indent="-224599" fontAlgn="auto">
              <a:lnSpc>
                <a:spcPct val="95000"/>
              </a:lnSpc>
              <a:spcBef>
                <a:spcPts val="491"/>
              </a:spcBef>
              <a:spcAft>
                <a:spcPts val="0"/>
              </a:spcAft>
              <a:buClrTx/>
              <a:buSzPct val="100000"/>
              <a:buFont typeface="System Font Regular"/>
              <a:buChar char="◦"/>
              <a:tabLst/>
            </a:pPr>
            <a:r>
              <a:rPr lang="en-US" dirty="0"/>
              <a:t>Fourth level</a:t>
            </a:r>
          </a:p>
          <a:p>
            <a:pPr marL="1796796" marR="0" lvl="4" indent="-224599" fontAlgn="auto">
              <a:lnSpc>
                <a:spcPct val="95000"/>
              </a:lnSpc>
              <a:spcBef>
                <a:spcPts val="491"/>
              </a:spcBef>
              <a:spcAft>
                <a:spcPts val="0"/>
              </a:spcAft>
              <a:buClrTx/>
              <a:buSzTx/>
              <a:buFont typeface="System Font Regular"/>
              <a:buChar char="•"/>
              <a:tabLst/>
            </a:pPr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r">
              <a:defRPr sz="1600">
                <a:latin typeface="Oracle Sans Tab" panose="020B0503020204020204" pitchFamily="34" charset="0"/>
              </a:defRPr>
            </a:lvl1pPr>
          </a:lstStyle>
          <a:p>
            <a:fld id="{9EDC5964-3162-43B5-B1EC-63C8D166D7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l">
              <a:defRPr sz="1600">
                <a:latin typeface="Oracle Sans Tab" panose="020B0503020204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971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en-US" sz="1200" b="0" i="0" kern="1200">
        <a:solidFill>
          <a:schemeClr val="tx1"/>
        </a:solidFill>
        <a:latin typeface="Oracle Sans Tab" panose="020B0503020204020204" pitchFamily="34" charset="0"/>
        <a:ea typeface="+mn-ea"/>
        <a:cs typeface="Oracle Sans Tab" panose="020B0503020204020204" pitchFamily="34" charset="0"/>
      </a:defRPr>
    </a:lvl1pPr>
    <a:lvl2pPr marL="457200" algn="l" defTabSz="914400" rtl="0" eaLnBrk="1" latinLnBrk="0" hangingPunct="1">
      <a:defRPr lang="en-US" sz="1200" b="0" i="0" kern="1200">
        <a:solidFill>
          <a:schemeClr val="tx1"/>
        </a:solidFill>
        <a:latin typeface="Oracle Sans Tab" panose="020B0503020204020204" pitchFamily="34" charset="0"/>
        <a:ea typeface="+mn-ea"/>
        <a:cs typeface="Oracle Sans Tab" panose="020B0503020204020204" pitchFamily="34" charset="0"/>
      </a:defRPr>
    </a:lvl2pPr>
    <a:lvl3pPr marL="914400" algn="l" defTabSz="914400" rtl="0" eaLnBrk="1" latinLnBrk="0" hangingPunct="1">
      <a:defRPr lang="en-US" sz="110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3pPr>
    <a:lvl4pPr marL="1371600" algn="l" defTabSz="914400" rtl="0" eaLnBrk="1" latinLnBrk="0" hangingPunct="1">
      <a:defRPr lang="en-US" sz="105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4pPr>
    <a:lvl5pPr marL="1828800" algn="l" defTabSz="914400" rtl="0" eaLnBrk="1" latinLnBrk="0" hangingPunct="1">
      <a:defRPr lang="en-US" sz="100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emf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confluence.oraclecorp.com/confluence/display/DemandCenter/Safe+Harbor+Disclosures+for+Presentations" TargetMode="External"/><Relationship Id="rId3" Type="http://schemas.openxmlformats.org/officeDocument/2006/relationships/hyperlink" Target="mailto:mailto:quietperiod_ww_grp@oracle.com" TargetMode="Externa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8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emf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jpe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1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slideMaster" Target="../slideMasters/slideMaster2.xml"/><Relationship Id="rId3" Type="http://schemas.openxmlformats.org/officeDocument/2006/relationships/image" Target="../media/image11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1.emf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.em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1.em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emf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jpe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emf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8.jpe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1.emf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Cloud">
            <a:extLst>
              <a:ext uri="{FF2B5EF4-FFF2-40B4-BE49-F238E27FC236}">
                <a16:creationId xmlns:a16="http://schemas.microsoft.com/office/drawing/2014/main" id="{C96C0F11-AAE4-4147-BF68-F2C0EE1307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60484" y="20917"/>
            <a:ext cx="4331516" cy="2542941"/>
          </a:xfrm>
          <a:prstGeom prst="rect">
            <a:avLst/>
          </a:prstGeom>
        </p:spPr>
      </p:pic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2" name="Oracle Logo" descr="Oracle Logo">
            <a:extLst>
              <a:ext uri="{FF2B5EF4-FFF2-40B4-BE49-F238E27FC236}">
                <a16:creationId xmlns:a16="http://schemas.microsoft.com/office/drawing/2014/main" id="{37E7F181-1615-4A41-B1E8-B9FF5CDED01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4949" y="1132368"/>
            <a:ext cx="1524893" cy="320040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defRPr lang="en-US" sz="4000" b="1" i="0" dirty="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Title goes here (up to two lines) 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AE562C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5595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3188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2019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26349A69-90E3-45DB-BC86-3B7FB26B13E2}"/>
              </a:ext>
            </a:extLst>
          </p:cNvPr>
          <p:cNvSpPr/>
          <p:nvPr userDrawn="1"/>
        </p:nvSpPr>
        <p:spPr>
          <a:xfrm>
            <a:off x="0" y="0"/>
            <a:ext cx="190482" cy="6857365"/>
          </a:xfrm>
          <a:prstGeom prst="rect">
            <a:avLst/>
          </a:pr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968"/>
          </a:p>
        </p:txBody>
      </p:sp>
    </p:spTree>
    <p:extLst>
      <p:ext uri="{BB962C8B-B14F-4D97-AF65-F5344CB8AC3E}">
        <p14:creationId xmlns:p14="http://schemas.microsoft.com/office/powerpoint/2010/main" val="1177214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31DBF8-F618-4198-88BA-FD1569B2979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8AA26E-E9A4-4CE1-9157-28062D2322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Copyright © 2023, Oracle and/or its affiliates  |  Confidential: Internal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3DA01-00EF-4B14-8325-24C1135260F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Content">
            <a:extLst>
              <a:ext uri="{FF2B5EF4-FFF2-40B4-BE49-F238E27FC236}">
                <a16:creationId xmlns:a16="http://schemas.microsoft.com/office/drawing/2014/main" id="{B9AD53CC-DC4B-493A-A31F-251C3681139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66763" y="1600201"/>
            <a:ext cx="10671175" cy="45069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3FB6D10-A56F-46BF-8672-E18296A83A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182403"/>
            <a:ext cx="10671048" cy="82296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577567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/Subtitl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709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1" i="0">
                <a:latin typeface="Meiryo UI" panose="020B0604030504040204" pitchFamily="34" charset="-128"/>
                <a:ea typeface="Meiryo UI" panose="020B0604030504040204" pitchFamily="34" charset="-128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0201"/>
            <a:ext cx="10671175" cy="45069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E4D9CD-CDC4-4642-8CDA-7351404FC2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C5C278-52DE-4C8A-933B-1109B3282E5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2CE12F3-375D-4B05-A71D-DA14DF8ADB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© 2023, Oracle and/or its affiliates  |  Confidential: Internal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A59FA82-C146-45DF-AE7B-4B5698706BE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948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 2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608575"/>
            <a:ext cx="5084064" cy="450799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6109577" y="160857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66215" y="1608575"/>
            <a:ext cx="5084064" cy="450799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pic>
        <p:nvPicPr>
          <p:cNvPr id="12" name="OTag">
            <a:extLst>
              <a:ext uri="{FF2B5EF4-FFF2-40B4-BE49-F238E27FC236}">
                <a16:creationId xmlns:a16="http://schemas.microsoft.com/office/drawing/2014/main" id="{DDE8776E-BE08-D148-AA47-8308E0EAE4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69740FE-E1B8-466B-970A-4E081BCA3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59A2DB-C5C1-4EE1-AACB-216D980708B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DC0504-19F8-4069-8B02-83766B3CAF7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Copyright © 2023, Oracle and/or its affiliates  |  Confidential: Internal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D6D2F-6BC7-48B4-B7A5-AD19749245D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7340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/Subtitle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1" i="0">
                <a:latin typeface="Meiryo UI" panose="020B0604030504040204" pitchFamily="34" charset="-128"/>
                <a:ea typeface="Meiryo UI" panose="020B0604030504040204" pitchFamily="34" charset="-128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8297"/>
            <a:ext cx="5084064" cy="450799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6108521" y="1608298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66215" y="1608297"/>
            <a:ext cx="5084064" cy="450799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65FA2D-6C94-456B-8DE9-80C7A3BE2C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D06EC0-4AE6-4D7C-87DE-D393DC47ED9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594DB29-C2B8-4F61-8419-EEE3D1E837A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Copyright © 2023, Oracle and/or its affiliates  |  Confidential: Internal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4C4FB3-367C-49DA-9BEF-99BD8CD346F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598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 3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609725"/>
            <a:ext cx="3300984" cy="450799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13" name="Column Divider" descr="Column Divider">
            <a:extLst>
              <a:ext uri="{FF2B5EF4-FFF2-40B4-BE49-F238E27FC236}">
                <a16:creationId xmlns:a16="http://schemas.microsoft.com/office/drawing/2014/main" id="{B228B4F2-5D6F-42F4-B132-F908BB527268}"/>
              </a:ext>
            </a:extLst>
          </p:cNvPr>
          <p:cNvCxnSpPr>
            <a:cxnSpLocks/>
          </p:cNvCxnSpPr>
          <p:nvPr userDrawn="1"/>
        </p:nvCxnSpPr>
        <p:spPr>
          <a:xfrm>
            <a:off x="4263415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2">
            <a:extLst>
              <a:ext uri="{FF2B5EF4-FFF2-40B4-BE49-F238E27FC236}">
                <a16:creationId xmlns:a16="http://schemas.microsoft.com/office/drawing/2014/main" id="{B35B41AC-36CF-4A0C-BED4-7D06B0F6E2E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56971" y="1609725"/>
            <a:ext cx="3300984" cy="450799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12" name="Column Divider 2" descr="Column Divider">
            <a:extLst>
              <a:ext uri="{FF2B5EF4-FFF2-40B4-BE49-F238E27FC236}">
                <a16:creationId xmlns:a16="http://schemas.microsoft.com/office/drawing/2014/main" id="{43000B2C-7C76-4F07-AF50-5F3019C384BC}"/>
              </a:ext>
            </a:extLst>
          </p:cNvPr>
          <p:cNvCxnSpPr>
            <a:cxnSpLocks/>
          </p:cNvCxnSpPr>
          <p:nvPr userDrawn="1"/>
        </p:nvCxnSpPr>
        <p:spPr>
          <a:xfrm>
            <a:off x="7951511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3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145067" y="1609725"/>
            <a:ext cx="3300984" cy="450799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2FFF47-983C-4CE2-9048-1317EB4F32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56EEFB-7FCA-4C8C-BD9A-59CFF6BBA9AB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095ECF-3404-41BC-B49D-2616D73127C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Copyright © 2023, Oracle and/or its affiliates  |  Confidential: Internal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F9C599-3545-4260-BC77-88BD7619A10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606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/Subtitle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1" i="0">
                <a:latin typeface="Meiryo UI" panose="020B0604030504040204" pitchFamily="34" charset="-128"/>
                <a:ea typeface="Meiryo UI" panose="020B0604030504040204" pitchFamily="34" charset="-128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9724"/>
            <a:ext cx="3300984" cy="450799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4261915" y="1609724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456083" y="1609724"/>
            <a:ext cx="3300984" cy="450799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cxnSp>
        <p:nvCxnSpPr>
          <p:cNvPr id="23" name="Column Divider 2" descr="Column Divider">
            <a:extLst>
              <a:ext uri="{FF2B5EF4-FFF2-40B4-BE49-F238E27FC236}">
                <a16:creationId xmlns:a16="http://schemas.microsoft.com/office/drawing/2014/main" id="{A70D9BB7-9BB9-40BD-84D2-8EE238E044D3}"/>
              </a:ext>
            </a:extLst>
          </p:cNvPr>
          <p:cNvCxnSpPr>
            <a:cxnSpLocks/>
          </p:cNvCxnSpPr>
          <p:nvPr userDrawn="1"/>
        </p:nvCxnSpPr>
        <p:spPr>
          <a:xfrm>
            <a:off x="7951236" y="1609724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3">
            <a:extLst>
              <a:ext uri="{FF2B5EF4-FFF2-40B4-BE49-F238E27FC236}">
                <a16:creationId xmlns:a16="http://schemas.microsoft.com/office/drawing/2014/main" id="{58EF7396-F6CE-404A-B85F-455D3F5341A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45405" y="1609724"/>
            <a:ext cx="3300984" cy="450799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26210A-4112-4730-8F81-3CAE5C391F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AD3E0A-0143-42FC-B8B6-EBC1FF990000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D46B54D-91F2-4210-9BEA-3B59824207D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Copyright © 2023, Oracle and/or its affiliates  |  Confidential: Internal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0900B02-4438-4597-85D3-D93A97B1546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448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Numbered 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CCDE9-9415-4B6A-88C5-02BDAA76AAC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62000" y="1609724"/>
            <a:ext cx="10687050" cy="4505325"/>
          </a:xfrm>
          <a:noFill/>
        </p:spPr>
        <p:txBody>
          <a:bodyPr vert="horz" lIns="0" tIns="0" rIns="0" bIns="0" rtlCol="0">
            <a:noAutofit/>
          </a:bodyPr>
          <a:lstStyle>
            <a:lvl1pPr marL="365125" indent="-365125">
              <a:buClr>
                <a:schemeClr val="accent5"/>
              </a:buClr>
              <a:buFont typeface="+mj-lt"/>
              <a:buAutoNum type="arabicPeriod"/>
              <a:defRPr lang="en-US" dirty="0"/>
            </a:lvl1pPr>
            <a:lvl2pPr marL="548640">
              <a:defRPr lang="en-US" dirty="0"/>
            </a:lvl2pPr>
            <a:lvl3pPr marL="731520">
              <a:defRPr lang="en-US" dirty="0"/>
            </a:lvl3pPr>
            <a:lvl4pPr marL="914400">
              <a:defRPr lang="en-US" dirty="0"/>
            </a:lvl4pPr>
            <a:lvl5pPr marL="1097280">
              <a:defRPr lang="en-US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C807732-3520-4DBF-9B75-86BA2E562D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46362-5F33-4F04-9B32-535D333E29C7}"/>
              </a:ext>
            </a:extLst>
          </p:cNvPr>
          <p:cNvSpPr>
            <a:spLocks noGrp="1"/>
          </p:cNvSpPr>
          <p:nvPr>
            <p:ph type="dt" sz="half" idx="4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61260-593D-4AD6-A0E4-834F8BAAC63D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/>
          <a:lstStyle/>
          <a:p>
            <a:r>
              <a:rPr lang="en-US"/>
              <a:t>Copyright © 2023, Oracle and/or its affiliates  |  Confidential: Internal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71F68-88E7-48F0-B084-32D91B0A0BEB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372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Numbered Outline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CCDE9-9415-4B6A-88C5-02BDAA76AAC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62000" y="1609724"/>
            <a:ext cx="5084064" cy="4505325"/>
          </a:xfrm>
          <a:noFill/>
        </p:spPr>
        <p:txBody>
          <a:bodyPr vert="horz" lIns="0" tIns="0" rIns="0" bIns="0" rtlCol="0">
            <a:noAutofit/>
          </a:bodyPr>
          <a:lstStyle>
            <a:lvl1pPr marL="365125" indent="-365125">
              <a:buClr>
                <a:schemeClr val="accent5"/>
              </a:buClr>
              <a:buFont typeface="+mj-lt"/>
              <a:buAutoNum type="arabicPeriod"/>
              <a:defRPr lang="en-US" dirty="0"/>
            </a:lvl1pPr>
            <a:lvl2pPr marL="548640">
              <a:defRPr lang="en-US" dirty="0"/>
            </a:lvl2pPr>
            <a:lvl3pPr marL="731520">
              <a:defRPr lang="en-US" dirty="0"/>
            </a:lvl3pPr>
            <a:lvl4pPr marL="914400">
              <a:defRPr lang="en-US" dirty="0"/>
            </a:lvl4pPr>
            <a:lvl5pPr marL="1097280">
              <a:defRPr lang="en-US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C807732-3520-4DBF-9B75-86BA2E562D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46362-5F33-4F04-9B32-535D333E29C7}"/>
              </a:ext>
            </a:extLst>
          </p:cNvPr>
          <p:cNvSpPr>
            <a:spLocks noGrp="1"/>
          </p:cNvSpPr>
          <p:nvPr>
            <p:ph type="dt" sz="half" idx="4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61260-593D-4AD6-A0E4-834F8BAAC63D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/>
          <a:lstStyle/>
          <a:p>
            <a:r>
              <a:rPr lang="en-US"/>
              <a:t>Copyright © 2023, Oracle and/or its affiliates  |  Confidential: Internal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71F68-88E7-48F0-B084-32D91B0A0BEB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3AB42C3-C7C2-47CD-8E87-C5D5963E7A0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6364986" y="1609724"/>
            <a:ext cx="5084064" cy="4505325"/>
          </a:xfrm>
          <a:noFill/>
        </p:spPr>
        <p:txBody>
          <a:bodyPr vert="horz" lIns="0" tIns="0" rIns="0" bIns="0" rtlCol="0">
            <a:noAutofit/>
          </a:bodyPr>
          <a:lstStyle>
            <a:lvl1pPr marL="365125" indent="-365125">
              <a:buClr>
                <a:schemeClr val="accent5"/>
              </a:buClr>
              <a:buFont typeface="+mj-lt"/>
              <a:buAutoNum type="arabicPeriod"/>
              <a:defRPr lang="en-US" dirty="0"/>
            </a:lvl1pPr>
            <a:lvl2pPr marL="548640">
              <a:defRPr lang="en-US" dirty="0"/>
            </a:lvl2pPr>
            <a:lvl3pPr marL="731520">
              <a:defRPr lang="en-US" dirty="0"/>
            </a:lvl3pPr>
            <a:lvl4pPr marL="914400">
              <a:defRPr lang="en-US" dirty="0"/>
            </a:lvl4pPr>
            <a:lvl5pPr marL="1097280">
              <a:defRPr lang="en-US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0599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Tag">
            <a:extLst>
              <a:ext uri="{FF2B5EF4-FFF2-40B4-BE49-F238E27FC236}">
                <a16:creationId xmlns:a16="http://schemas.microsoft.com/office/drawing/2014/main" id="{0F682282-A332-4D5C-89F4-38480EC33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0" name="OTag">
            <a:extLst>
              <a:ext uri="{FF2B5EF4-FFF2-40B4-BE49-F238E27FC236}">
                <a16:creationId xmlns:a16="http://schemas.microsoft.com/office/drawing/2014/main" id="{00F1077A-D301-437A-8CE7-A0EA6CDEC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E29D2F-E9BE-442D-8048-30D82B0FA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49E66D-873C-4E3D-B665-952DA3AD6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2023, Oracle and/or its affiliates  |  Confidential: Internal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2D4C26-D77F-4F76-BA95-32055FEC6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491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090641-BB3E-479D-A754-1B2B6F37AE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53D77D-CD9E-445C-8F26-904F65B51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AEFA0-C12C-4365-A532-D29F81954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2023, Oracle and/or its affiliates  |  Confidential: Internal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038FD-33E0-4C25-AC00-13FEB177A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172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/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ubtitle">
            <a:extLst>
              <a:ext uri="{FF2B5EF4-FFF2-40B4-BE49-F238E27FC236}">
                <a16:creationId xmlns:a16="http://schemas.microsoft.com/office/drawing/2014/main" id="{FC0004EB-159B-A345-859C-0E83416ED9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024235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1" i="0">
                <a:latin typeface="Meiryo UI" panose="020B0604030504040204" pitchFamily="34" charset="-128"/>
                <a:ea typeface="Meiryo UI" panose="020B0604030504040204" pitchFamily="34" charset="-128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C6A8D35-C90D-428D-8E15-6F958679D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526A55-50C7-43D1-9A4E-DE6E3157868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ED885-1287-4046-BFFE-E5DEC702C7A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Copyright © 2023, Oracle and/or its affiliates  |  Confidential: Internal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C1380-E61D-4D70-B7A9-EA2CA56D144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223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Metr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8E46438-F717-2B4C-BAC0-BFCDA780AA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76"/>
          <a:stretch/>
        </p:blipFill>
        <p:spPr>
          <a:xfrm>
            <a:off x="6044249" y="0"/>
            <a:ext cx="6147750" cy="6858000"/>
          </a:xfrm>
          <a:prstGeom prst="rect">
            <a:avLst/>
          </a:prstGeom>
        </p:spPr>
      </p:pic>
      <p:pic>
        <p:nvPicPr>
          <p:cNvPr id="23" name="OTag">
            <a:extLst>
              <a:ext uri="{FF2B5EF4-FFF2-40B4-BE49-F238E27FC236}">
                <a16:creationId xmlns:a16="http://schemas.microsoft.com/office/drawing/2014/main" id="{000C5F04-372F-427E-81C5-11434B356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1217" y="6355080"/>
            <a:ext cx="502920" cy="502920"/>
          </a:xfrm>
          <a:prstGeom prst="rect">
            <a:avLst/>
          </a:prstGeom>
        </p:spPr>
      </p:pic>
      <p:sp>
        <p:nvSpPr>
          <p:cNvPr id="4" name="Content">
            <a:extLst>
              <a:ext uri="{FF2B5EF4-FFF2-40B4-BE49-F238E27FC236}">
                <a16:creationId xmlns:a16="http://schemas.microsoft.com/office/drawing/2014/main" id="{6FFB33C6-31EA-4D15-AC3F-377D699FA84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5225" y="4649788"/>
            <a:ext cx="5072063" cy="145732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83AB0E-EC5F-476F-B6A9-E6F9CE84E9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3900" y="1600200"/>
            <a:ext cx="5072063" cy="2415700"/>
          </a:xfrm>
        </p:spPr>
        <p:txBody>
          <a:bodyPr anchor="b" anchorCtr="0"/>
          <a:lstStyle>
            <a:lvl1pPr>
              <a:defRPr sz="8000" b="1">
                <a:solidFill>
                  <a:srgbClr val="AE562C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EF74DF-FD68-4CDF-B4CE-342E7A165BC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9C4B030-1E0B-4CB0-87B4-DF607257368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Copyright © 2023, Oracle and/or its affiliates  |  Confidential: Internal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BADD7B5-9676-40DE-A88A-5EC3D33A65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391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ight - Data Texture 07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681203-42C6-B54E-A5F8-FE2DAE3C0E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OTag">
            <a:extLst>
              <a:ext uri="{FF2B5EF4-FFF2-40B4-BE49-F238E27FC236}">
                <a16:creationId xmlns:a16="http://schemas.microsoft.com/office/drawing/2014/main" id="{B620A016-1EBE-426A-BB19-967122948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DFA4C3-C577-4944-B23B-0E8CEECA0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548FBC-C180-4348-924F-1AD0DE33E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2023, Oracle and/or its affiliates  |  Confidential: Internal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993164-8F12-4A57-BCB2-ECAB88B10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9119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Safe Harb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F7C5FACA-CB69-F341-96EC-260102929140}"/>
              </a:ext>
            </a:extLst>
          </p:cNvPr>
          <p:cNvSpPr txBox="1"/>
          <p:nvPr userDrawn="1"/>
        </p:nvSpPr>
        <p:spPr>
          <a:xfrm>
            <a:off x="766762" y="184150"/>
            <a:ext cx="10671048" cy="8229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lvl="0" indent="0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baseline="0">
                <a:solidFill>
                  <a:schemeClr val="bg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1pPr>
          </a:lstStyle>
          <a:p>
            <a:pPr lvl="0"/>
            <a:r>
              <a:rPr lang="en-US" dirty="0">
                <a:solidFill>
                  <a:schemeClr val="tx1"/>
                </a:solidFill>
                <a:latin typeface="+mn-lt"/>
                <a:cs typeface="Oracle Sans Tab" panose="020B0503020204020204" pitchFamily="34" charset="0"/>
              </a:rPr>
              <a:t>Safe harbor statement</a:t>
            </a:r>
          </a:p>
        </p:txBody>
      </p:sp>
      <p:sp>
        <p:nvSpPr>
          <p:cNvPr id="14" name="Text Field">
            <a:extLst>
              <a:ext uri="{FF2B5EF4-FFF2-40B4-BE49-F238E27FC236}">
                <a16:creationId xmlns:a16="http://schemas.microsoft.com/office/drawing/2014/main" id="{EA78FDD8-084D-2D41-A37D-7DE0C431B1DA}"/>
              </a:ext>
            </a:extLst>
          </p:cNvPr>
          <p:cNvSpPr txBox="1"/>
          <p:nvPr userDrawn="1"/>
        </p:nvSpPr>
        <p:spPr>
          <a:xfrm>
            <a:off x="766762" y="1608421"/>
            <a:ext cx="7987939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8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of August 2020, for most presentations, a safe harbor statement is no longer required, and you will not need to use this slide.  </a:t>
            </a:r>
            <a:br>
              <a:rPr lang="en-US" sz="18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8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8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forward looking statement safe harbor slide is required ONLY for external presentations that pertain to: product launches, executive presentations and keynotes at major events, and any event attended by financial analysts.</a:t>
            </a:r>
          </a:p>
          <a:p>
            <a:endParaRPr lang="en-US" sz="18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/>
              <a:t>The notice is available at the </a:t>
            </a:r>
            <a:r>
              <a:rPr lang="en-US" u="sng" dirty="0">
                <a:solidFill>
                  <a:srgbClr val="00688C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Safe Harbor Confluence Page</a:t>
            </a:r>
            <a:endParaRPr lang="en-US" dirty="0">
              <a:solidFill>
                <a:srgbClr val="00688C"/>
              </a:solidFill>
            </a:endParaRPr>
          </a:p>
          <a:p>
            <a:r>
              <a:rPr lang="en-US" dirty="0"/>
              <a:t>Contact for Forward Looking Statement: </a:t>
            </a:r>
            <a:r>
              <a:rPr lang="en-US" u="sng" dirty="0">
                <a:solidFill>
                  <a:srgbClr val="00688C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quietperiod_ww_grp@oracle.com</a:t>
            </a:r>
            <a:endParaRPr lang="en-US" dirty="0">
              <a:solidFill>
                <a:srgbClr val="00688C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96628B-0EF0-416B-9E8E-3931DFCB9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B72738-3834-418C-9636-B18B1A182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2023, Oracle and/or its affiliates  |  Confidential: Internal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840CC-B289-4EEE-9D6C-A6440E686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161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ight - Thank Yo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4F52034-4D0B-8F48-A20F-8F40B1A92E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4448"/>
            <a:ext cx="6560075" cy="6858000"/>
          </a:xfrm>
          <a:prstGeom prst="rect">
            <a:avLst/>
          </a:prstGeom>
        </p:spPr>
      </p:pic>
      <p:pic>
        <p:nvPicPr>
          <p:cNvPr id="26" name="OTag">
            <a:extLst>
              <a:ext uri="{FF2B5EF4-FFF2-40B4-BE49-F238E27FC236}">
                <a16:creationId xmlns:a16="http://schemas.microsoft.com/office/drawing/2014/main" id="{42D6F87D-23AA-1D42-BDBA-F6833AC9A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8BC18-3443-48B2-97E6-989B7098DC52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AC1E3-E104-4942-8AE8-198E477A85F9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US"/>
              <a:t>Copyright © 2023, Oracle and/or its affiliates  |  Confidential: Internal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68FA8-1974-461B-87A5-6D7032FA1C85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hank You">
            <a:extLst>
              <a:ext uri="{FF2B5EF4-FFF2-40B4-BE49-F238E27FC236}">
                <a16:creationId xmlns:a16="http://schemas.microsoft.com/office/drawing/2014/main" id="{701BFB4F-AD1A-4B21-826E-A2F61F5D8A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3482230"/>
            <a:ext cx="5022325" cy="822960"/>
          </a:xfrm>
          <a:noFill/>
        </p:spPr>
        <p:txBody>
          <a:bodyPr vert="horz" lIns="0" tIns="0" rIns="0" bIns="0" rtlCol="0" anchor="b" anchorCtr="0">
            <a:noAutofit/>
          </a:bodyPr>
          <a:lstStyle>
            <a:lvl1pPr>
              <a:defRPr lang="en-US" sz="3200" b="1" i="0">
                <a:latin typeface="Meiryo UI" panose="020B0604030504040204" pitchFamily="34" charset="-128"/>
                <a:ea typeface="Meiryo UI" panose="020B0604030504040204" pitchFamily="34" charset="-128"/>
                <a:cs typeface="Oracle Sans Tab" panose="020B0503020204020204" pitchFamily="34" charset="0"/>
              </a:defRPr>
            </a:lvl1pPr>
          </a:lstStyle>
          <a:p>
            <a:pPr marL="0" marR="0" lvl="0" indent="0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stem Font Regular"/>
              <a:tabLst/>
            </a:pPr>
            <a:r>
              <a:rPr lang="en-US" dirty="0"/>
              <a:t>Thank you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F273E805-B8FF-F84B-99E6-4636F8BD3EB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62000" y="4773585"/>
            <a:ext cx="5029200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283762D0-0D31-A347-AD9E-095398CD17C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62000" y="5111178"/>
            <a:ext cx="5029200" cy="89518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E3889800-62E2-CF4C-97E0-CE1310E361A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560075" y="0"/>
            <a:ext cx="5631925" cy="6858000"/>
          </a:xfrm>
        </p:spPr>
        <p:txBody>
          <a:bodyPr anchor="ctr" anchorCtr="1"/>
          <a:lstStyle>
            <a:lvl1pPr>
              <a:defRPr/>
            </a:lvl1pPr>
          </a:lstStyle>
          <a:p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847055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Thank Yo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4F52034-4D0B-8F48-A20F-8F40B1A92E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4448"/>
            <a:ext cx="12192000" cy="6858000"/>
          </a:xfrm>
          <a:prstGeom prst="rect">
            <a:avLst/>
          </a:prstGeom>
        </p:spPr>
      </p:pic>
      <p:pic>
        <p:nvPicPr>
          <p:cNvPr id="26" name="OTag">
            <a:extLst>
              <a:ext uri="{FF2B5EF4-FFF2-40B4-BE49-F238E27FC236}">
                <a16:creationId xmlns:a16="http://schemas.microsoft.com/office/drawing/2014/main" id="{42D6F87D-23AA-1D42-BDBA-F6833AC9A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8BC18-3443-48B2-97E6-989B7098DC52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AC1E3-E104-4942-8AE8-198E477A85F9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US"/>
              <a:t>Copyright © 2023, Oracle and/or its affiliates  |  Confidential: Internal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68FA8-1974-461B-87A5-6D7032FA1C85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hank You">
            <a:extLst>
              <a:ext uri="{FF2B5EF4-FFF2-40B4-BE49-F238E27FC236}">
                <a16:creationId xmlns:a16="http://schemas.microsoft.com/office/drawing/2014/main" id="{701BFB4F-AD1A-4B21-826E-A2F61F5D8A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3482230"/>
            <a:ext cx="5022325" cy="822960"/>
          </a:xfrm>
          <a:noFill/>
        </p:spPr>
        <p:txBody>
          <a:bodyPr vert="horz" lIns="0" tIns="0" rIns="0" bIns="0" rtlCol="0" anchor="b" anchorCtr="0">
            <a:noAutofit/>
          </a:bodyPr>
          <a:lstStyle>
            <a:lvl1pPr>
              <a:defRPr lang="en-US" sz="3200" b="0">
                <a:latin typeface="+mj-lt"/>
                <a:cs typeface="Oracle Sans Tab" panose="020B0503020204020204" pitchFamily="34" charset="0"/>
              </a:defRPr>
            </a:lvl1pPr>
          </a:lstStyle>
          <a:p>
            <a:pPr marL="0" marR="0" lvl="0" indent="0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stem Font Regular"/>
              <a:tabLst/>
            </a:pPr>
            <a:r>
              <a:rPr lang="en-US" dirty="0"/>
              <a:t>Thank you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F273E805-B8FF-F84B-99E6-4636F8BD3EB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62000" y="4773585"/>
            <a:ext cx="5029200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283762D0-0D31-A347-AD9E-095398CD17C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62000" y="5111178"/>
            <a:ext cx="5029200" cy="89518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4138398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ight - 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racle Logo" descr="Oracle Logo">
            <a:extLst>
              <a:ext uri="{FF2B5EF4-FFF2-40B4-BE49-F238E27FC236}">
                <a16:creationId xmlns:a16="http://schemas.microsoft.com/office/drawing/2014/main" id="{675A5E3C-9B7E-1248-9024-5EE790FC68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47854" y="2915192"/>
            <a:ext cx="4896293" cy="1027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312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llustration">
            <a:extLst>
              <a:ext uri="{FF2B5EF4-FFF2-40B4-BE49-F238E27FC236}">
                <a16:creationId xmlns:a16="http://schemas.microsoft.com/office/drawing/2014/main" id="{A6848E87-AB7D-1E4B-A882-1731BB7C3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9260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38CAED-6966-416F-96DE-48D3061CAD63}"/>
              </a:ext>
            </a:extLst>
          </p:cNvPr>
          <p:cNvSpPr txBox="1"/>
          <p:nvPr userDrawn="1"/>
        </p:nvSpPr>
        <p:spPr>
          <a:xfrm>
            <a:off x="768876" y="2989724"/>
            <a:ext cx="8852644" cy="87855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defRPr lang="en-US" sz="3000" b="0" i="0" baseline="0" dirty="0">
                <a:latin typeface="+mj-lt"/>
                <a:cs typeface="+mj-cs"/>
              </a:defRPr>
            </a:lvl1pPr>
          </a:lstStyle>
          <a:p>
            <a:pPr lvl="0"/>
            <a:r>
              <a:rPr lang="en-US" dirty="0"/>
              <a:t>Our mission is to help people see data in new ways, discover insights, unlock endless possibilities.</a:t>
            </a:r>
          </a:p>
        </p:txBody>
      </p:sp>
    </p:spTree>
    <p:extLst>
      <p:ext uri="{BB962C8B-B14F-4D97-AF65-F5344CB8AC3E}">
        <p14:creationId xmlns:p14="http://schemas.microsoft.com/office/powerpoint/2010/main" val="9853090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rand Light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2" name="Oracle Logo" descr="Oracle Logo">
            <a:extLst>
              <a:ext uri="{FF2B5EF4-FFF2-40B4-BE49-F238E27FC236}">
                <a16:creationId xmlns:a16="http://schemas.microsoft.com/office/drawing/2014/main" id="{37E7F181-1615-4A41-B1E8-B9FF5CDED01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4949" y="1132368"/>
            <a:ext cx="1524893" cy="320040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lnSpc>
                <a:spcPct val="95000"/>
              </a:lnSpc>
              <a:defRPr lang="en-US" sz="4000" b="1" i="0" dirty="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Brand (up to 2 lines)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514C47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2019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F7D2267-8060-4E47-941D-1C718175FB56}"/>
              </a:ext>
            </a:extLst>
          </p:cNvPr>
          <p:cNvPicPr preferRelativeResize="0">
            <a:picLocks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92024" cy="68580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89584B-D48B-42DB-A58B-544C997E63CE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522066-27D4-4B40-9794-1047C9932F4F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/>
              <a:t>Copyright © 2023, Oracle and/or its affiliates  |  Confidential: Internal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5E672-3E33-44E2-B5BA-B88BAB86607B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823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Divi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C5FF636-5AF7-9A48-9532-FFA3A18ADD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OTag">
            <a:extLst>
              <a:ext uri="{FF2B5EF4-FFF2-40B4-BE49-F238E27FC236}">
                <a16:creationId xmlns:a16="http://schemas.microsoft.com/office/drawing/2014/main" id="{82323826-2F7C-DC44-94F9-0225962BE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9127AD-303E-4148-925B-F8D854942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7CD67-74FC-43EC-912B-8B74B34E5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2023, Oracle and/or its affiliates  |  Confidential: Internal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C119101-EC6A-4B95-9940-BAB31432A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6BEA035-D7A5-4B84-9F05-5163378E9E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1" y="2337132"/>
            <a:ext cx="10158984" cy="1280160"/>
          </a:xfrm>
          <a:noFill/>
        </p:spPr>
        <p:txBody>
          <a:bodyPr vert="horz" wrap="square" lIns="0" tIns="0" rIns="0" bIns="0" rtlCol="0" anchor="b">
            <a:noAutofit/>
          </a:bodyPr>
          <a:lstStyle>
            <a:lvl1pPr>
              <a:lnSpc>
                <a:spcPct val="95000"/>
              </a:lnSpc>
              <a:defRPr lang="en-US" sz="4000" b="1" i="0" dirty="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divider title (up to 2 lines)</a:t>
            </a:r>
          </a:p>
        </p:txBody>
      </p:sp>
      <p:sp>
        <p:nvSpPr>
          <p:cNvPr id="9" name="Subhead">
            <a:extLst>
              <a:ext uri="{FF2B5EF4-FFF2-40B4-BE49-F238E27FC236}">
                <a16:creationId xmlns:a16="http://schemas.microsoft.com/office/drawing/2014/main" id="{7CDB1F3E-E2D2-44FE-A725-E3ED1480C83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689" y="4135193"/>
            <a:ext cx="10158984" cy="68125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</a:t>
            </a:r>
          </a:p>
        </p:txBody>
      </p:sp>
    </p:spTree>
    <p:extLst>
      <p:ext uri="{BB962C8B-B14F-4D97-AF65-F5344CB8AC3E}">
        <p14:creationId xmlns:p14="http://schemas.microsoft.com/office/powerpoint/2010/main" val="34905627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ght - Title/Subtitl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6A8D35-C90D-428D-8E15-6F958679D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5" name="Subtitle">
            <a:extLst>
              <a:ext uri="{FF2B5EF4-FFF2-40B4-BE49-F238E27FC236}">
                <a16:creationId xmlns:a16="http://schemas.microsoft.com/office/drawing/2014/main" id="{FC0004EB-159B-A345-859C-0E83416ED9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024235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2F30537-4F78-404B-85BC-063845BE257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D3F1B0E-3712-4B8A-BEA8-0A537037194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Copyright © 2023, Oracle and/or its affiliates  |  Confidential: Internal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4927AB9-330B-440E-8FCE-0F82EF756F4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060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+ Sub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75E893-DBF5-4F52-87BB-4E3D3C59A8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4529126"/>
            <a:ext cx="6145301" cy="2328874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F0410BF-347A-4FCE-87AF-78DF718BEE67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r>
              <a:rPr lang="en-US"/>
              <a:t>Copyright © 2023, Oracle and/or its affiliates  |  Confidential: Internal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EBDB77-EEE6-49E4-A2EB-DC0AFA8FA910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Field">
            <a:extLst>
              <a:ext uri="{FF2B5EF4-FFF2-40B4-BE49-F238E27FC236}">
                <a16:creationId xmlns:a16="http://schemas.microsoft.com/office/drawing/2014/main" id="{4730B996-97F1-03D4-40FB-760DEE874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14" y="1535039"/>
            <a:ext cx="11125186" cy="4630265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r>
              <a:rPr lang="ja-JP" altLang="en-US"/>
              <a:t>√</a:t>
            </a:r>
            <a:endParaRPr lang="en-US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ECD05C9A-39BF-8F20-4BE7-C3A84DDFC7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289" y="182403"/>
            <a:ext cx="10899634" cy="822960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774C2BBE-3F5C-B197-6B35-6050EDDAA2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3414" y="1024235"/>
            <a:ext cx="10899634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1800" b="1" i="0">
                <a:solidFill>
                  <a:srgbClr val="2C5967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110123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Cloud">
            <a:extLst>
              <a:ext uri="{FF2B5EF4-FFF2-40B4-BE49-F238E27FC236}">
                <a16:creationId xmlns:a16="http://schemas.microsoft.com/office/drawing/2014/main" id="{C96C0F11-AAE4-4147-BF68-F2C0EE1307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60484" y="20917"/>
            <a:ext cx="4331516" cy="2542941"/>
          </a:xfrm>
          <a:prstGeom prst="rect">
            <a:avLst/>
          </a:prstGeom>
        </p:spPr>
      </p:pic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2" name="Oracle Logo" descr="Oracle Logo">
            <a:extLst>
              <a:ext uri="{FF2B5EF4-FFF2-40B4-BE49-F238E27FC236}">
                <a16:creationId xmlns:a16="http://schemas.microsoft.com/office/drawing/2014/main" id="{37E7F181-1615-4A41-B1E8-B9FF5CDED01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4949" y="1132368"/>
            <a:ext cx="1524893" cy="320040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Title goes here (up to two lines) 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AE562C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5595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3188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2019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26349A69-90E3-45DB-BC86-3B7FB26B13E2}"/>
              </a:ext>
            </a:extLst>
          </p:cNvPr>
          <p:cNvSpPr/>
          <p:nvPr userDrawn="1"/>
        </p:nvSpPr>
        <p:spPr>
          <a:xfrm>
            <a:off x="0" y="0"/>
            <a:ext cx="190482" cy="6857365"/>
          </a:xfrm>
          <a:prstGeom prst="rect">
            <a:avLst/>
          </a:pr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968"/>
          </a:p>
        </p:txBody>
      </p:sp>
    </p:spTree>
    <p:extLst>
      <p:ext uri="{BB962C8B-B14F-4D97-AF65-F5344CB8AC3E}">
        <p14:creationId xmlns:p14="http://schemas.microsoft.com/office/powerpoint/2010/main" val="3381454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loud">
            <a:extLst>
              <a:ext uri="{FF2B5EF4-FFF2-40B4-BE49-F238E27FC236}">
                <a16:creationId xmlns:a16="http://schemas.microsoft.com/office/drawing/2014/main" id="{14698CB0-77BC-6148-8112-EFC83C0F5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7A30E9B-4EB7-4882-9E42-67210E9CC0B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1525" y="1600200"/>
            <a:ext cx="10677525" cy="4507992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5CB6F3B-CCE4-4193-8EAA-C4A6D27C7D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31DBF8-F618-4198-88BA-FD1569B2979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8AA26E-E9A4-4CE1-9157-28062D2322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Copyright © 2024, Oracle and/or its affiliates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3DA01-00EF-4B14-8325-24C1135260F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038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/Subtitl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loud">
            <a:extLst>
              <a:ext uri="{FF2B5EF4-FFF2-40B4-BE49-F238E27FC236}">
                <a16:creationId xmlns:a16="http://schemas.microsoft.com/office/drawing/2014/main" id="{C4B9D6C0-2524-2D47-8A0E-258A2FB7D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709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0201"/>
            <a:ext cx="10671175" cy="45069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E4D9CD-CDC4-4642-8CDA-7351404FC2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C5C278-52DE-4C8A-933B-1109B3282E5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2CE12F3-375D-4B05-A71D-DA14DF8ADB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© 2024, Oracle and/or its affiliates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A59FA82-C146-45DF-AE7B-4B5698706BE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444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 2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loud">
            <a:extLst>
              <a:ext uri="{FF2B5EF4-FFF2-40B4-BE49-F238E27FC236}">
                <a16:creationId xmlns:a16="http://schemas.microsoft.com/office/drawing/2014/main" id="{5B8024F8-E03D-9641-AA75-22D1B5C84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608575"/>
            <a:ext cx="5084064" cy="450799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6109577" y="160857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66215" y="1608575"/>
            <a:ext cx="5084064" cy="450799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pic>
        <p:nvPicPr>
          <p:cNvPr id="12" name="OTag">
            <a:extLst>
              <a:ext uri="{FF2B5EF4-FFF2-40B4-BE49-F238E27FC236}">
                <a16:creationId xmlns:a16="http://schemas.microsoft.com/office/drawing/2014/main" id="{DDE8776E-BE08-D148-AA47-8308E0EAE4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69740FE-E1B8-466B-970A-4E081BCA3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59A2DB-C5C1-4EE1-AACB-216D980708B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DC0504-19F8-4069-8B02-83766B3CAF7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Copyright © 2024, Oracle and/or its affiliates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D6D2F-6BC7-48B4-B7A5-AD19749245D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0971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/Subtitle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loud">
            <a:extLst>
              <a:ext uri="{FF2B5EF4-FFF2-40B4-BE49-F238E27FC236}">
                <a16:creationId xmlns:a16="http://schemas.microsoft.com/office/drawing/2014/main" id="{F24DF316-2FA6-AE44-AB7A-9E7E86E0B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8297"/>
            <a:ext cx="5084064" cy="450799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6108521" y="1608298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66215" y="1608297"/>
            <a:ext cx="5084064" cy="450799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65FA2D-6C94-456B-8DE9-80C7A3BE2C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D06EC0-4AE6-4D7C-87DE-D393DC47ED9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594DB29-C2B8-4F61-8419-EEE3D1E837A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Copyright © 2024, Oracle and/or its affiliates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4C4FB3-367C-49DA-9BEF-99BD8CD346F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14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 3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loud">
            <a:extLst>
              <a:ext uri="{FF2B5EF4-FFF2-40B4-BE49-F238E27FC236}">
                <a16:creationId xmlns:a16="http://schemas.microsoft.com/office/drawing/2014/main" id="{3CA75903-C10D-E747-B877-6804D65E8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609725"/>
            <a:ext cx="3300984" cy="450799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13" name="Column Divider" descr="Column Divider">
            <a:extLst>
              <a:ext uri="{FF2B5EF4-FFF2-40B4-BE49-F238E27FC236}">
                <a16:creationId xmlns:a16="http://schemas.microsoft.com/office/drawing/2014/main" id="{B228B4F2-5D6F-42F4-B132-F908BB527268}"/>
              </a:ext>
            </a:extLst>
          </p:cNvPr>
          <p:cNvCxnSpPr>
            <a:cxnSpLocks/>
          </p:cNvCxnSpPr>
          <p:nvPr userDrawn="1"/>
        </p:nvCxnSpPr>
        <p:spPr>
          <a:xfrm>
            <a:off x="4263415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2">
            <a:extLst>
              <a:ext uri="{FF2B5EF4-FFF2-40B4-BE49-F238E27FC236}">
                <a16:creationId xmlns:a16="http://schemas.microsoft.com/office/drawing/2014/main" id="{B35B41AC-36CF-4A0C-BED4-7D06B0F6E2E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56971" y="1609725"/>
            <a:ext cx="3300984" cy="450799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12" name="Column Divider 2" descr="Column Divider">
            <a:extLst>
              <a:ext uri="{FF2B5EF4-FFF2-40B4-BE49-F238E27FC236}">
                <a16:creationId xmlns:a16="http://schemas.microsoft.com/office/drawing/2014/main" id="{43000B2C-7C76-4F07-AF50-5F3019C384BC}"/>
              </a:ext>
            </a:extLst>
          </p:cNvPr>
          <p:cNvCxnSpPr>
            <a:cxnSpLocks/>
          </p:cNvCxnSpPr>
          <p:nvPr userDrawn="1"/>
        </p:nvCxnSpPr>
        <p:spPr>
          <a:xfrm>
            <a:off x="7951511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3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145067" y="1609725"/>
            <a:ext cx="3300984" cy="450799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2FFF47-983C-4CE2-9048-1317EB4F32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56EEFB-7FCA-4C8C-BD9A-59CFF6BBA9AB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095ECF-3404-41BC-B49D-2616D73127C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Copyright © 2024, Oracle and/or its affiliates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F9C599-3545-4260-BC77-88BD7619A10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2642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/Subtitle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loud">
            <a:extLst>
              <a:ext uri="{FF2B5EF4-FFF2-40B4-BE49-F238E27FC236}">
                <a16:creationId xmlns:a16="http://schemas.microsoft.com/office/drawing/2014/main" id="{D922B281-CE8B-4E47-889A-38B9D11BA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9724"/>
            <a:ext cx="3300984" cy="450799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4261915" y="1609724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456083" y="1609724"/>
            <a:ext cx="3300984" cy="450799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cxnSp>
        <p:nvCxnSpPr>
          <p:cNvPr id="23" name="Column Divider 2" descr="Column Divider">
            <a:extLst>
              <a:ext uri="{FF2B5EF4-FFF2-40B4-BE49-F238E27FC236}">
                <a16:creationId xmlns:a16="http://schemas.microsoft.com/office/drawing/2014/main" id="{A70D9BB7-9BB9-40BD-84D2-8EE238E044D3}"/>
              </a:ext>
            </a:extLst>
          </p:cNvPr>
          <p:cNvCxnSpPr>
            <a:cxnSpLocks/>
          </p:cNvCxnSpPr>
          <p:nvPr userDrawn="1"/>
        </p:nvCxnSpPr>
        <p:spPr>
          <a:xfrm>
            <a:off x="7951236" y="1609724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3">
            <a:extLst>
              <a:ext uri="{FF2B5EF4-FFF2-40B4-BE49-F238E27FC236}">
                <a16:creationId xmlns:a16="http://schemas.microsoft.com/office/drawing/2014/main" id="{58EF7396-F6CE-404A-B85F-455D3F5341A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45405" y="1609724"/>
            <a:ext cx="3300984" cy="450799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26210A-4112-4730-8F81-3CAE5C391F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AD3E0A-0143-42FC-B8B6-EBC1FF990000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D46B54D-91F2-4210-9BEA-3B59824207D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Copyright © 2024, Oracle and/or its affiliates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0900B02-4438-4597-85D3-D93A97B1546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317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 4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Cloud">
            <a:extLst>
              <a:ext uri="{FF2B5EF4-FFF2-40B4-BE49-F238E27FC236}">
                <a16:creationId xmlns:a16="http://schemas.microsoft.com/office/drawing/2014/main" id="{403EA880-91CB-2F4A-BC00-A93538513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589524"/>
            <a:ext cx="2478024" cy="452552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13" name="Column Divider" descr="Column Divider">
            <a:extLst>
              <a:ext uri="{FF2B5EF4-FFF2-40B4-BE49-F238E27FC236}">
                <a16:creationId xmlns:a16="http://schemas.microsoft.com/office/drawing/2014/main" id="{B228B4F2-5D6F-42F4-B132-F908BB527268}"/>
              </a:ext>
            </a:extLst>
          </p:cNvPr>
          <p:cNvCxnSpPr>
            <a:cxnSpLocks/>
          </p:cNvCxnSpPr>
          <p:nvPr userDrawn="1"/>
        </p:nvCxnSpPr>
        <p:spPr>
          <a:xfrm>
            <a:off x="3374450" y="1590159"/>
            <a:ext cx="0" cy="4525997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2">
            <a:extLst>
              <a:ext uri="{FF2B5EF4-FFF2-40B4-BE49-F238E27FC236}">
                <a16:creationId xmlns:a16="http://schemas.microsoft.com/office/drawing/2014/main" id="{B35B41AC-36CF-4A0C-BED4-7D06B0F6E2E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502001" y="1589524"/>
            <a:ext cx="2478024" cy="452552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12" name="Column Divider 2" descr="Column Divider">
            <a:extLst>
              <a:ext uri="{FF2B5EF4-FFF2-40B4-BE49-F238E27FC236}">
                <a16:creationId xmlns:a16="http://schemas.microsoft.com/office/drawing/2014/main" id="{43000B2C-7C76-4F07-AF50-5F3019C384BC}"/>
              </a:ext>
            </a:extLst>
          </p:cNvPr>
          <p:cNvCxnSpPr>
            <a:cxnSpLocks/>
          </p:cNvCxnSpPr>
          <p:nvPr userDrawn="1"/>
        </p:nvCxnSpPr>
        <p:spPr>
          <a:xfrm>
            <a:off x="6107576" y="1590159"/>
            <a:ext cx="0" cy="4525997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3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35127" y="1589524"/>
            <a:ext cx="2478024" cy="452552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19" name="Column Divider 3" descr="Column Divider">
            <a:extLst>
              <a:ext uri="{FF2B5EF4-FFF2-40B4-BE49-F238E27FC236}">
                <a16:creationId xmlns:a16="http://schemas.microsoft.com/office/drawing/2014/main" id="{0379F816-270D-4D0F-8838-510AA3E97C28}"/>
              </a:ext>
            </a:extLst>
          </p:cNvPr>
          <p:cNvCxnSpPr>
            <a:cxnSpLocks/>
          </p:cNvCxnSpPr>
          <p:nvPr userDrawn="1"/>
        </p:nvCxnSpPr>
        <p:spPr>
          <a:xfrm>
            <a:off x="8840702" y="1590159"/>
            <a:ext cx="0" cy="4525997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4">
            <a:extLst>
              <a:ext uri="{FF2B5EF4-FFF2-40B4-BE49-F238E27FC236}">
                <a16:creationId xmlns:a16="http://schemas.microsoft.com/office/drawing/2014/main" id="{4FB98D34-E09D-43FC-9515-8F7C37635BF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968254" y="1589524"/>
            <a:ext cx="2478024" cy="452552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65C0AC-7132-4356-88D4-79E4A49B2C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131A1D-D1FF-4A37-8531-B67D54ED466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026-CA1C-465B-ADD5-AE1F9B7A077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Copyright © 2024, Oracle and/or its affiliates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064CFB-254B-4876-8556-026D173672E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6230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/Subtitle 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Cloud">
            <a:extLst>
              <a:ext uri="{FF2B5EF4-FFF2-40B4-BE49-F238E27FC236}">
                <a16:creationId xmlns:a16="http://schemas.microsoft.com/office/drawing/2014/main" id="{DE68A64E-9177-1E41-B02B-9C94A30A0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9725"/>
            <a:ext cx="2478024" cy="450691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3373924" y="1609667"/>
            <a:ext cx="0" cy="4508050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03061" y="1609725"/>
            <a:ext cx="2478024" cy="450691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cxnSp>
        <p:nvCxnSpPr>
          <p:cNvPr id="23" name="Column Divider 2" descr="Column Divider">
            <a:extLst>
              <a:ext uri="{FF2B5EF4-FFF2-40B4-BE49-F238E27FC236}">
                <a16:creationId xmlns:a16="http://schemas.microsoft.com/office/drawing/2014/main" id="{A70D9BB7-9BB9-40BD-84D2-8EE238E044D3}"/>
              </a:ext>
            </a:extLst>
          </p:cNvPr>
          <p:cNvCxnSpPr>
            <a:cxnSpLocks/>
          </p:cNvCxnSpPr>
          <p:nvPr userDrawn="1"/>
        </p:nvCxnSpPr>
        <p:spPr>
          <a:xfrm>
            <a:off x="6110222" y="1609667"/>
            <a:ext cx="0" cy="4508050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3">
            <a:extLst>
              <a:ext uri="{FF2B5EF4-FFF2-40B4-BE49-F238E27FC236}">
                <a16:creationId xmlns:a16="http://schemas.microsoft.com/office/drawing/2014/main" id="{58EF7396-F6CE-404A-B85F-455D3F5341A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39359" y="1609725"/>
            <a:ext cx="2478024" cy="450691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25" name="Column Divider 3" descr="Column Divider">
            <a:extLst>
              <a:ext uri="{FF2B5EF4-FFF2-40B4-BE49-F238E27FC236}">
                <a16:creationId xmlns:a16="http://schemas.microsoft.com/office/drawing/2014/main" id="{BE2D13B4-3BF3-4416-B638-87C59A2973BB}"/>
              </a:ext>
            </a:extLst>
          </p:cNvPr>
          <p:cNvCxnSpPr>
            <a:cxnSpLocks/>
          </p:cNvCxnSpPr>
          <p:nvPr userDrawn="1"/>
        </p:nvCxnSpPr>
        <p:spPr>
          <a:xfrm>
            <a:off x="8846520" y="1609667"/>
            <a:ext cx="0" cy="4508050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4">
            <a:extLst>
              <a:ext uri="{FF2B5EF4-FFF2-40B4-BE49-F238E27FC236}">
                <a16:creationId xmlns:a16="http://schemas.microsoft.com/office/drawing/2014/main" id="{687CB06A-9B62-47DB-BA7A-177E12DFB17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975659" y="1609725"/>
            <a:ext cx="2478024" cy="450691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2191157-EC2D-4417-9959-2EA7D1DAFF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388CBD-B05C-4885-A081-172C87DCAD8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E56F53-8C5C-4F85-9969-353868B64B2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Copyright © 2024, Oracle and/or its affiliates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89360B9-A253-468B-B3D3-70CC43B0746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817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Numbered 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Cloud">
            <a:extLst>
              <a:ext uri="{FF2B5EF4-FFF2-40B4-BE49-F238E27FC236}">
                <a16:creationId xmlns:a16="http://schemas.microsoft.com/office/drawing/2014/main" id="{3CFD71AD-DED9-6542-9425-0CD364D04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52282" y="4403039"/>
            <a:ext cx="6133750" cy="169501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CCDE9-9415-4B6A-88C5-02BDAA76AAC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62000" y="1609724"/>
            <a:ext cx="10687050" cy="4505325"/>
          </a:xfrm>
          <a:noFill/>
        </p:spPr>
        <p:txBody>
          <a:bodyPr vert="horz" lIns="0" tIns="0" rIns="0" bIns="0" rtlCol="0">
            <a:noAutofit/>
          </a:bodyPr>
          <a:lstStyle>
            <a:lvl1pPr marL="365125" indent="-365125">
              <a:buClr>
                <a:schemeClr val="accent5"/>
              </a:buClr>
              <a:buFont typeface="+mj-lt"/>
              <a:buAutoNum type="arabicPeriod"/>
              <a:defRPr lang="en-US" dirty="0"/>
            </a:lvl1pPr>
            <a:lvl2pPr marL="548640">
              <a:defRPr lang="en-US" dirty="0"/>
            </a:lvl2pPr>
            <a:lvl3pPr marL="731520">
              <a:defRPr lang="en-US" dirty="0"/>
            </a:lvl3pPr>
            <a:lvl4pPr marL="914400">
              <a:defRPr lang="en-US" dirty="0"/>
            </a:lvl4pPr>
            <a:lvl5pPr marL="1097280">
              <a:defRPr lang="en-US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C807732-3520-4DBF-9B75-86BA2E562D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46362-5F33-4F04-9B32-535D333E29C7}"/>
              </a:ext>
            </a:extLst>
          </p:cNvPr>
          <p:cNvSpPr>
            <a:spLocks noGrp="1"/>
          </p:cNvSpPr>
          <p:nvPr>
            <p:ph type="dt" sz="half" idx="4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61260-593D-4AD6-A0E4-834F8BAAC63D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/>
          <a:lstStyle/>
          <a:p>
            <a:r>
              <a:rPr lang="en-US"/>
              <a:t>Copyright © 2024, Oracle and/or its affiliates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71F68-88E7-48F0-B084-32D91B0A0BEB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294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Numbered Outline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Cloud">
            <a:extLst>
              <a:ext uri="{FF2B5EF4-FFF2-40B4-BE49-F238E27FC236}">
                <a16:creationId xmlns:a16="http://schemas.microsoft.com/office/drawing/2014/main" id="{3CFD71AD-DED9-6542-9425-0CD364D04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52282" y="4403039"/>
            <a:ext cx="6133750" cy="169501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CCDE9-9415-4B6A-88C5-02BDAA76AAC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62000" y="1609724"/>
            <a:ext cx="5084064" cy="4505325"/>
          </a:xfrm>
          <a:noFill/>
        </p:spPr>
        <p:txBody>
          <a:bodyPr vert="horz" lIns="0" tIns="0" rIns="0" bIns="0" rtlCol="0">
            <a:noAutofit/>
          </a:bodyPr>
          <a:lstStyle>
            <a:lvl1pPr marL="365125" indent="-365125">
              <a:buClr>
                <a:schemeClr val="accent5"/>
              </a:buClr>
              <a:buFont typeface="+mj-lt"/>
              <a:buAutoNum type="arabicPeriod"/>
              <a:defRPr lang="en-US" dirty="0"/>
            </a:lvl1pPr>
            <a:lvl2pPr marL="548640">
              <a:defRPr lang="en-US" dirty="0"/>
            </a:lvl2pPr>
            <a:lvl3pPr marL="731520">
              <a:defRPr lang="en-US" dirty="0"/>
            </a:lvl3pPr>
            <a:lvl4pPr marL="914400">
              <a:defRPr lang="en-US" dirty="0"/>
            </a:lvl4pPr>
            <a:lvl5pPr marL="1097280">
              <a:defRPr lang="en-US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C807732-3520-4DBF-9B75-86BA2E562D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46362-5F33-4F04-9B32-535D333E29C7}"/>
              </a:ext>
            </a:extLst>
          </p:cNvPr>
          <p:cNvSpPr>
            <a:spLocks noGrp="1"/>
          </p:cNvSpPr>
          <p:nvPr>
            <p:ph type="dt" sz="half" idx="4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61260-593D-4AD6-A0E4-834F8BAAC63D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/>
          <a:lstStyle/>
          <a:p>
            <a:r>
              <a:rPr lang="en-US"/>
              <a:t>Copyright © 2024, Oracle and/or its affiliates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71F68-88E7-48F0-B084-32D91B0A0BEB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3AB42C3-C7C2-47CD-8E87-C5D5963E7A0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6364986" y="1609724"/>
            <a:ext cx="5084064" cy="4505325"/>
          </a:xfrm>
          <a:noFill/>
        </p:spPr>
        <p:txBody>
          <a:bodyPr vert="horz" lIns="0" tIns="0" rIns="0" bIns="0" rtlCol="0">
            <a:noAutofit/>
          </a:bodyPr>
          <a:lstStyle>
            <a:lvl1pPr marL="365125" indent="-365125">
              <a:buClr>
                <a:schemeClr val="accent5"/>
              </a:buClr>
              <a:buFont typeface="+mj-lt"/>
              <a:buAutoNum type="arabicPeriod"/>
              <a:defRPr lang="en-US" dirty="0"/>
            </a:lvl1pPr>
            <a:lvl2pPr marL="548640">
              <a:defRPr lang="en-US" dirty="0"/>
            </a:lvl2pPr>
            <a:lvl3pPr marL="731520">
              <a:defRPr lang="en-US" dirty="0"/>
            </a:lvl3pPr>
            <a:lvl4pPr marL="914400">
              <a:defRPr lang="en-US" dirty="0"/>
            </a:lvl4pPr>
            <a:lvl5pPr marL="1097280">
              <a:defRPr lang="en-US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3143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loud">
            <a:extLst>
              <a:ext uri="{FF2B5EF4-FFF2-40B4-BE49-F238E27FC236}">
                <a16:creationId xmlns:a16="http://schemas.microsoft.com/office/drawing/2014/main" id="{8BD8F955-3E3E-4E6E-A650-C4E0C8049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pic>
        <p:nvPicPr>
          <p:cNvPr id="6" name="OTag">
            <a:extLst>
              <a:ext uri="{FF2B5EF4-FFF2-40B4-BE49-F238E27FC236}">
                <a16:creationId xmlns:a16="http://schemas.microsoft.com/office/drawing/2014/main" id="{0F682282-A332-4D5C-89F4-38480EC33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0" name="OTag">
            <a:extLst>
              <a:ext uri="{FF2B5EF4-FFF2-40B4-BE49-F238E27FC236}">
                <a16:creationId xmlns:a16="http://schemas.microsoft.com/office/drawing/2014/main" id="{00F1077A-D301-437A-8CE7-A0EA6CDEC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E29D2F-E9BE-442D-8048-30D82B0FA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49E66D-873C-4E3D-B665-952DA3AD6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2024, Oracle and/or its affiliates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2D4C26-D77F-4F76-BA95-32055FEC6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468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loud">
            <a:extLst>
              <a:ext uri="{FF2B5EF4-FFF2-40B4-BE49-F238E27FC236}">
                <a16:creationId xmlns:a16="http://schemas.microsoft.com/office/drawing/2014/main" id="{A52109B5-4152-894B-9BF6-17B5458CC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5090641-BB3E-479D-A754-1B2B6F37AE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53D77D-CD9E-445C-8F26-904F65B51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AEFA0-C12C-4365-A532-D29F81954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2024, Oracle and/or its affiliates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038FD-33E0-4C25-AC00-13FEB177A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345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/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loud">
            <a:extLst>
              <a:ext uri="{FF2B5EF4-FFF2-40B4-BE49-F238E27FC236}">
                <a16:creationId xmlns:a16="http://schemas.microsoft.com/office/drawing/2014/main" id="{EE127CFA-8D5C-584E-9C61-6685B547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15" name="Subtitle">
            <a:extLst>
              <a:ext uri="{FF2B5EF4-FFF2-40B4-BE49-F238E27FC236}">
                <a16:creationId xmlns:a16="http://schemas.microsoft.com/office/drawing/2014/main" id="{FC0004EB-159B-A345-859C-0E83416ED9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024235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C6A8D35-C90D-428D-8E15-6F958679D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526A55-50C7-43D1-9A4E-DE6E3157868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ED885-1287-4046-BFFE-E5DEC702C7A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Copyright © 2024, Oracle and/or its affiliates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C1380-E61D-4D70-B7A9-EA2CA56D144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109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ight - Data Texture 07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681203-42C6-B54E-A5F8-FE2DAE3C0E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OTag">
            <a:extLst>
              <a:ext uri="{FF2B5EF4-FFF2-40B4-BE49-F238E27FC236}">
                <a16:creationId xmlns:a16="http://schemas.microsoft.com/office/drawing/2014/main" id="{B620A016-1EBE-426A-BB19-967122948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DFA4C3-C577-4944-B23B-0E8CEECA0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548FBC-C180-4348-924F-1AD0DE33E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2024, Oracle and/or its affiliates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993164-8F12-4A57-BCB2-ECAB88B10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3993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ight - Data Texture 16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8A9AF7-F5CE-844F-BBE4-0C983CB99B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OTag">
            <a:extLst>
              <a:ext uri="{FF2B5EF4-FFF2-40B4-BE49-F238E27FC236}">
                <a16:creationId xmlns:a16="http://schemas.microsoft.com/office/drawing/2014/main" id="{82323826-2F7C-DC44-94F9-0225962BE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9127AD-303E-4148-925B-F8D854942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7CD67-74FC-43EC-912B-8B74B34E5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2024, Oracle and/or its affiliates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C119101-EC6A-4B95-9940-BAB31432A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4098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649C3E4A-56A6-4657-815D-5F0928FEF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">
            <a:extLst>
              <a:ext uri="{FF2B5EF4-FFF2-40B4-BE49-F238E27FC236}">
                <a16:creationId xmlns:a16="http://schemas.microsoft.com/office/drawing/2014/main" id="{681B7FDB-21AD-43D3-9629-6865ECE7A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2024, Oracle and/or its affiliates</a:t>
            </a:r>
            <a:endParaRPr lang="en-US" dirty="0"/>
          </a:p>
        </p:txBody>
      </p:sp>
      <p:sp>
        <p:nvSpPr>
          <p:cNvPr id="11" name="Date Placeholder">
            <a:extLst>
              <a:ext uri="{FF2B5EF4-FFF2-40B4-BE49-F238E27FC236}">
                <a16:creationId xmlns:a16="http://schemas.microsoft.com/office/drawing/2014/main" id="{2872A553-B5A6-4603-91A2-FF76401D8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13852C-D243-4D5A-B7E1-09812A4D6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7F3825-1D38-4C39-8F70-C060E9BEE3D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2000" y="1609725"/>
            <a:ext cx="10687050" cy="450799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264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8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ight - 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racle Logo" descr="Oracle Logo">
            <a:extLst>
              <a:ext uri="{FF2B5EF4-FFF2-40B4-BE49-F238E27FC236}">
                <a16:creationId xmlns:a16="http://schemas.microsoft.com/office/drawing/2014/main" id="{675A5E3C-9B7E-1248-9024-5EE790FC68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47854" y="2915192"/>
            <a:ext cx="4896293" cy="1027617"/>
          </a:xfrm>
          <a:prstGeom prst="rect">
            <a:avLst/>
          </a:prstGeom>
        </p:spPr>
      </p:pic>
      <p:pic>
        <p:nvPicPr>
          <p:cNvPr id="4" name="OTag">
            <a:extLst>
              <a:ext uri="{FF2B5EF4-FFF2-40B4-BE49-F238E27FC236}">
                <a16:creationId xmlns:a16="http://schemas.microsoft.com/office/drawing/2014/main" id="{938EEB79-EFA1-4711-804E-DFDFA3AE4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008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 Stat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llustration">
            <a:extLst>
              <a:ext uri="{FF2B5EF4-FFF2-40B4-BE49-F238E27FC236}">
                <a16:creationId xmlns:a16="http://schemas.microsoft.com/office/drawing/2014/main" id="{7F6A0B0D-9890-B044-B4D0-946D1FDB96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4"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215398B2-D33A-4AC8-A1B3-0AA9685AECF0}"/>
              </a:ext>
            </a:extLst>
          </p:cNvPr>
          <p:cNvSpPr txBox="1"/>
          <p:nvPr userDrawn="1"/>
        </p:nvSpPr>
        <p:spPr>
          <a:xfrm>
            <a:off x="768876" y="1828800"/>
            <a:ext cx="7211342" cy="2279335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defRPr lang="en-US" sz="3000" b="0" i="0" baseline="0" dirty="0">
                <a:latin typeface="+mj-lt"/>
                <a:cs typeface="+mj-cs"/>
              </a:defRPr>
            </a:lvl1pPr>
          </a:lstStyle>
          <a:p>
            <a:pPr lvl="0"/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私たちのミッションは、</a:t>
            </a:r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/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人々が新たな方法でデータを理解し、</a:t>
            </a:r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/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本質を見極め、無限の可能性を解き放てるよう支援していくことです。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701374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rand Light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2" name="Oracle Logo" descr="Oracle Logo">
            <a:extLst>
              <a:ext uri="{FF2B5EF4-FFF2-40B4-BE49-F238E27FC236}">
                <a16:creationId xmlns:a16="http://schemas.microsoft.com/office/drawing/2014/main" id="{37E7F181-1615-4A41-B1E8-B9FF5CDED01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4949" y="1132368"/>
            <a:ext cx="1524893" cy="320040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lnSpc>
                <a:spcPct val="95000"/>
              </a:lnSpc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Brand (up to 2 lines)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514C47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2019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F7D2267-8060-4E47-941D-1C718175FB56}"/>
              </a:ext>
            </a:extLst>
          </p:cNvPr>
          <p:cNvPicPr preferRelativeResize="0">
            <a:picLocks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92024" cy="68580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89584B-D48B-42DB-A58B-544C997E63CE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522066-27D4-4B40-9794-1047C9932F4F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/>
              <a:t>Copyright © 2024, Oracle and/or its affiliates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5E672-3E33-44E2-B5BA-B88BAB86607B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094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Divi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B4D86BA-0324-4CFB-8752-C34AB1C7DA95}"/>
              </a:ext>
            </a:extLst>
          </p:cNvPr>
          <p:cNvSpPr/>
          <p:nvPr userDrawn="1"/>
        </p:nvSpPr>
        <p:spPr>
          <a:xfrm>
            <a:off x="783878" y="3804904"/>
            <a:ext cx="301752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8A9AF7-F5CE-844F-BBE4-0C983CB99B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OTag">
            <a:extLst>
              <a:ext uri="{FF2B5EF4-FFF2-40B4-BE49-F238E27FC236}">
                <a16:creationId xmlns:a16="http://schemas.microsoft.com/office/drawing/2014/main" id="{82323826-2F7C-DC44-94F9-0225962BE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9127AD-303E-4148-925B-F8D854942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7CD67-74FC-43EC-912B-8B74B34E5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2024, Oracle and/or its affiliates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C119101-EC6A-4B95-9940-BAB31432A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6BEA035-D7A5-4B84-9F05-5163378E9E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1" y="2337132"/>
            <a:ext cx="10158984" cy="1280160"/>
          </a:xfrm>
          <a:noFill/>
        </p:spPr>
        <p:txBody>
          <a:bodyPr vert="horz" wrap="square" lIns="0" tIns="0" rIns="0" bIns="0" rtlCol="0" anchor="b">
            <a:noAutofit/>
          </a:bodyPr>
          <a:lstStyle>
            <a:lvl1pPr>
              <a:lnSpc>
                <a:spcPct val="95000"/>
              </a:lnSpc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divider title (up to 2 lines)</a:t>
            </a:r>
          </a:p>
        </p:txBody>
      </p:sp>
      <p:sp>
        <p:nvSpPr>
          <p:cNvPr id="9" name="Subhead">
            <a:extLst>
              <a:ext uri="{FF2B5EF4-FFF2-40B4-BE49-F238E27FC236}">
                <a16:creationId xmlns:a16="http://schemas.microsoft.com/office/drawing/2014/main" id="{7CDB1F3E-E2D2-44FE-A725-E3ED1480C83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689" y="4135193"/>
            <a:ext cx="10158984" cy="68125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</a:t>
            </a:r>
          </a:p>
        </p:txBody>
      </p:sp>
    </p:spTree>
    <p:extLst>
      <p:ext uri="{BB962C8B-B14F-4D97-AF65-F5344CB8AC3E}">
        <p14:creationId xmlns:p14="http://schemas.microsoft.com/office/powerpoint/2010/main" val="31200622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meline-Option 1">
    <p:bg>
      <p:bgPr>
        <a:solidFill>
          <a:srgbClr val="F1E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">
            <a:extLst>
              <a:ext uri="{FF2B5EF4-FFF2-40B4-BE49-F238E27FC236}">
                <a16:creationId xmlns:a16="http://schemas.microsoft.com/office/drawing/2014/main" id="{3F4655D9-D30E-7342-99BD-71BB7AC42B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7934" y="6423660"/>
            <a:ext cx="36576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/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8" name="Footer">
            <a:extLst>
              <a:ext uri="{FF2B5EF4-FFF2-40B4-BE49-F238E27FC236}">
                <a16:creationId xmlns:a16="http://schemas.microsoft.com/office/drawing/2014/main" id="{7ABEF8C4-936F-AE47-B587-D42A36DFC6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73693" y="6423978"/>
            <a:ext cx="574537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/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</a:lstStyle>
          <a:p>
            <a:r>
              <a:rPr lang="en-US"/>
              <a:t>Copyright © 2024, Oracle and/or its affiliates</a:t>
            </a:r>
            <a:endParaRPr lang="en-US" dirty="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28846470-F63B-004F-AAE9-2022B000DA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63404" y="6344590"/>
            <a:ext cx="519309" cy="519309"/>
          </a:xfrm>
          <a:prstGeom prst="rect">
            <a:avLst/>
          </a:prstGeom>
        </p:spPr>
      </p:pic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46112D7E-1A54-174C-9969-BC6D7042A7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1125" y="1451610"/>
            <a:ext cx="2408238" cy="80327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Tiempos Fine" panose="02020503060303060403" pitchFamily="18" charset="77"/>
              </a:defRPr>
            </a:lvl1pPr>
            <a:lvl2pPr>
              <a:defRPr b="0" i="0">
                <a:latin typeface="Oracle Sans Ultra Light" panose="020B0303020204020204" pitchFamily="34" charset="0"/>
                <a:cs typeface="Oracle Sans Ultra Light" panose="020B0303020204020204" pitchFamily="34" charset="0"/>
              </a:defRPr>
            </a:lvl2pPr>
            <a:lvl3pPr>
              <a:defRPr b="0" i="0">
                <a:latin typeface="Oracle Sans Ultra Light" panose="020B0303020204020204" pitchFamily="34" charset="0"/>
                <a:cs typeface="Oracle Sans Ultra Light" panose="020B0303020204020204" pitchFamily="34" charset="0"/>
              </a:defRPr>
            </a:lvl3pPr>
            <a:lvl4pPr>
              <a:defRPr b="0" i="0">
                <a:latin typeface="Oracle Sans Ultra Light" panose="020B0303020204020204" pitchFamily="34" charset="0"/>
                <a:cs typeface="Oracle Sans Ultra Light" panose="020B0303020204020204" pitchFamily="34" charset="0"/>
              </a:defRPr>
            </a:lvl4pPr>
            <a:lvl5pPr>
              <a:defRPr b="0" i="0">
                <a:latin typeface="Oracle Sans Ultra Light" panose="020B0303020204020204" pitchFamily="34" charset="0"/>
                <a:cs typeface="Oracle Sans Ultra Light" panose="020B0303020204020204" pitchFamily="34" charset="0"/>
              </a:defRPr>
            </a:lvl5pPr>
          </a:lstStyle>
          <a:p>
            <a:pPr lvl="0"/>
            <a:r>
              <a:rPr lang="en-US" dirty="0"/>
              <a:t>Add only two lines of text. Keep it Simple!</a:t>
            </a:r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04FB2D54-9D18-8740-9FEF-FFC34AAFE89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519363" y="4162782"/>
            <a:ext cx="2408238" cy="80327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Tiempos Fine" panose="02020503060303060403" pitchFamily="18" charset="77"/>
              </a:defRPr>
            </a:lvl1pPr>
            <a:lvl2pPr>
              <a:defRPr b="0" i="0">
                <a:latin typeface="Oracle Sans Ultra Light" panose="020B0303020204020204" pitchFamily="34" charset="0"/>
                <a:cs typeface="Oracle Sans Ultra Light" panose="020B0303020204020204" pitchFamily="34" charset="0"/>
              </a:defRPr>
            </a:lvl2pPr>
            <a:lvl3pPr>
              <a:defRPr b="0" i="0">
                <a:latin typeface="Oracle Sans Ultra Light" panose="020B0303020204020204" pitchFamily="34" charset="0"/>
                <a:cs typeface="Oracle Sans Ultra Light" panose="020B0303020204020204" pitchFamily="34" charset="0"/>
              </a:defRPr>
            </a:lvl3pPr>
            <a:lvl4pPr>
              <a:defRPr b="0" i="0">
                <a:latin typeface="Oracle Sans Ultra Light" panose="020B0303020204020204" pitchFamily="34" charset="0"/>
                <a:cs typeface="Oracle Sans Ultra Light" panose="020B0303020204020204" pitchFamily="34" charset="0"/>
              </a:defRPr>
            </a:lvl4pPr>
            <a:lvl5pPr>
              <a:defRPr b="0" i="0">
                <a:latin typeface="Oracle Sans Ultra Light" panose="020B0303020204020204" pitchFamily="34" charset="0"/>
                <a:cs typeface="Oracle Sans Ultra Light" panose="020B0303020204020204" pitchFamily="34" charset="0"/>
              </a:defRPr>
            </a:lvl5pPr>
          </a:lstStyle>
          <a:p>
            <a:pPr lvl="0"/>
            <a:r>
              <a:rPr lang="en-US" dirty="0"/>
              <a:t>Add only two lines of text. Keep it Simple!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343A9A15-EF78-BD4D-9D90-3D0FE08A600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927601" y="1490305"/>
            <a:ext cx="2408238" cy="80327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Tiempos Fine" panose="02020503060303060403" pitchFamily="18" charset="77"/>
              </a:defRPr>
            </a:lvl1pPr>
            <a:lvl2pPr>
              <a:defRPr b="0" i="0">
                <a:latin typeface="Oracle Sans Ultra Light" panose="020B0303020204020204" pitchFamily="34" charset="0"/>
                <a:cs typeface="Oracle Sans Ultra Light" panose="020B0303020204020204" pitchFamily="34" charset="0"/>
              </a:defRPr>
            </a:lvl2pPr>
            <a:lvl3pPr>
              <a:defRPr b="0" i="0">
                <a:latin typeface="Oracle Sans Ultra Light" panose="020B0303020204020204" pitchFamily="34" charset="0"/>
                <a:cs typeface="Oracle Sans Ultra Light" panose="020B0303020204020204" pitchFamily="34" charset="0"/>
              </a:defRPr>
            </a:lvl3pPr>
            <a:lvl4pPr>
              <a:defRPr b="0" i="0">
                <a:latin typeface="Oracle Sans Ultra Light" panose="020B0303020204020204" pitchFamily="34" charset="0"/>
                <a:cs typeface="Oracle Sans Ultra Light" panose="020B0303020204020204" pitchFamily="34" charset="0"/>
              </a:defRPr>
            </a:lvl4pPr>
            <a:lvl5pPr>
              <a:defRPr b="0" i="0">
                <a:latin typeface="Oracle Sans Ultra Light" panose="020B0303020204020204" pitchFamily="34" charset="0"/>
                <a:cs typeface="Oracle Sans Ultra Light" panose="020B0303020204020204" pitchFamily="34" charset="0"/>
              </a:defRPr>
            </a:lvl5pPr>
          </a:lstStyle>
          <a:p>
            <a:pPr lvl="0"/>
            <a:r>
              <a:rPr lang="en-US" dirty="0"/>
              <a:t>Add only two lines of text. Keep it Simple!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2ECA45E7-4C30-4B47-A0FE-4E4FDFB9B7DC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446964" y="4161103"/>
            <a:ext cx="2408238" cy="80327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Tiempos Fine" panose="02020503060303060403" pitchFamily="18" charset="77"/>
              </a:defRPr>
            </a:lvl1pPr>
            <a:lvl2pPr>
              <a:defRPr b="0" i="0">
                <a:latin typeface="Oracle Sans Ultra Light" panose="020B0303020204020204" pitchFamily="34" charset="0"/>
                <a:cs typeface="Oracle Sans Ultra Light" panose="020B0303020204020204" pitchFamily="34" charset="0"/>
              </a:defRPr>
            </a:lvl2pPr>
            <a:lvl3pPr>
              <a:defRPr b="0" i="0">
                <a:latin typeface="Oracle Sans Ultra Light" panose="020B0303020204020204" pitchFamily="34" charset="0"/>
                <a:cs typeface="Oracle Sans Ultra Light" panose="020B0303020204020204" pitchFamily="34" charset="0"/>
              </a:defRPr>
            </a:lvl3pPr>
            <a:lvl4pPr>
              <a:defRPr b="0" i="0">
                <a:latin typeface="Oracle Sans Ultra Light" panose="020B0303020204020204" pitchFamily="34" charset="0"/>
                <a:cs typeface="Oracle Sans Ultra Light" panose="020B0303020204020204" pitchFamily="34" charset="0"/>
              </a:defRPr>
            </a:lvl4pPr>
            <a:lvl5pPr>
              <a:defRPr b="0" i="0">
                <a:latin typeface="Oracle Sans Ultra Light" panose="020B0303020204020204" pitchFamily="34" charset="0"/>
                <a:cs typeface="Oracle Sans Ultra Light" panose="020B0303020204020204" pitchFamily="34" charset="0"/>
              </a:defRPr>
            </a:lvl5pPr>
          </a:lstStyle>
          <a:p>
            <a:pPr lvl="0"/>
            <a:r>
              <a:rPr lang="en-US" dirty="0"/>
              <a:t>Add only two lines of text. Keep it Simple!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F0B635FB-7D87-3C4E-810C-66D606079F7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744077" y="1490305"/>
            <a:ext cx="2408238" cy="80327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Tiempos Fine" panose="02020503060303060403" pitchFamily="18" charset="77"/>
              </a:defRPr>
            </a:lvl1pPr>
            <a:lvl2pPr>
              <a:defRPr b="0" i="0">
                <a:latin typeface="Oracle Sans Ultra Light" panose="020B0303020204020204" pitchFamily="34" charset="0"/>
                <a:cs typeface="Oracle Sans Ultra Light" panose="020B0303020204020204" pitchFamily="34" charset="0"/>
              </a:defRPr>
            </a:lvl2pPr>
            <a:lvl3pPr>
              <a:defRPr b="0" i="0">
                <a:latin typeface="Oracle Sans Ultra Light" panose="020B0303020204020204" pitchFamily="34" charset="0"/>
                <a:cs typeface="Oracle Sans Ultra Light" panose="020B0303020204020204" pitchFamily="34" charset="0"/>
              </a:defRPr>
            </a:lvl3pPr>
            <a:lvl4pPr>
              <a:defRPr b="0" i="0">
                <a:latin typeface="Oracle Sans Ultra Light" panose="020B0303020204020204" pitchFamily="34" charset="0"/>
                <a:cs typeface="Oracle Sans Ultra Light" panose="020B0303020204020204" pitchFamily="34" charset="0"/>
              </a:defRPr>
            </a:lvl4pPr>
            <a:lvl5pPr>
              <a:defRPr b="0" i="0">
                <a:latin typeface="Oracle Sans Ultra Light" panose="020B0303020204020204" pitchFamily="34" charset="0"/>
                <a:cs typeface="Oracle Sans Ultra Light" panose="020B0303020204020204" pitchFamily="34" charset="0"/>
              </a:defRPr>
            </a:lvl5pPr>
          </a:lstStyle>
          <a:p>
            <a:pPr lvl="0"/>
            <a:r>
              <a:rPr lang="en-US" dirty="0"/>
              <a:t>Add only two lines of text. Keep it Simple!</a:t>
            </a:r>
          </a:p>
        </p:txBody>
      </p:sp>
    </p:spTree>
    <p:extLst>
      <p:ext uri="{BB962C8B-B14F-4D97-AF65-F5344CB8AC3E}">
        <p14:creationId xmlns:p14="http://schemas.microsoft.com/office/powerpoint/2010/main" val="3714931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39.xml"/><Relationship Id="rId17" Type="http://schemas.openxmlformats.org/officeDocument/2006/relationships/slideLayout" Target="../slideLayouts/slideLayout40.xml"/><Relationship Id="rId18" Type="http://schemas.openxmlformats.org/officeDocument/2006/relationships/slideLayout" Target="../slideLayouts/slideLayout41.xml"/><Relationship Id="rId19" Type="http://schemas.openxmlformats.org/officeDocument/2006/relationships/slideLayout" Target="../slideLayouts/slideLayout42.xml"/><Relationship Id="rId20" Type="http://schemas.openxmlformats.org/officeDocument/2006/relationships/slideLayout" Target="../slideLayouts/slideLayout43.xml"/><Relationship Id="rId21" Type="http://schemas.openxmlformats.org/officeDocument/2006/relationships/slideLayout" Target="../slideLayouts/slideLayout44.xml"/><Relationship Id="rId22" Type="http://schemas.openxmlformats.org/officeDocument/2006/relationships/slideLayout" Target="../slideLayouts/slideLayout45.xml"/><Relationship Id="rId23" Type="http://schemas.openxmlformats.org/officeDocument/2006/relationships/theme" Target="../theme/theme2.xml"/><Relationship Id="rId2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OTag">
            <a:extLst>
              <a:ext uri="{FF2B5EF4-FFF2-40B4-BE49-F238E27FC236}">
                <a16:creationId xmlns:a16="http://schemas.microsoft.com/office/drawing/2014/main" id="{DA16EBAD-93BE-4ACF-A78F-3C1CEDB86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8A70F255-3C2A-4AC7-8935-184146E3B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5" y="182403"/>
            <a:ext cx="10671048" cy="8229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Title</a:t>
            </a:r>
          </a:p>
        </p:txBody>
      </p:sp>
      <p:sp>
        <p:nvSpPr>
          <p:cNvPr id="4" name="Text Field">
            <a:extLst>
              <a:ext uri="{FF2B5EF4-FFF2-40B4-BE49-F238E27FC236}">
                <a16:creationId xmlns:a16="http://schemas.microsoft.com/office/drawing/2014/main" id="{E46619B6-A626-4CDA-96E2-B94F4637C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8875" y="1600200"/>
            <a:ext cx="10671048" cy="451485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08A3F6CD-49F4-D74B-8C7F-D6CA71EFB1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2000" y="6423660"/>
            <a:ext cx="36576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rgbClr val="8B8580"/>
                </a:solidFill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Footer">
            <a:extLst>
              <a:ext uri="{FF2B5EF4-FFF2-40B4-BE49-F238E27FC236}">
                <a16:creationId xmlns:a16="http://schemas.microsoft.com/office/drawing/2014/main" id="{8E003242-6B91-1949-A5CA-15BA57A045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27759" y="6423978"/>
            <a:ext cx="574537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rgbClr val="8B8580"/>
                </a:solidFill>
              </a:defRPr>
            </a:lvl1pPr>
          </a:lstStyle>
          <a:p>
            <a:r>
              <a:rPr lang="en-US"/>
              <a:t>Copyright © 2023, Oracle and/or its affiliates  |  Confidential: Internal</a:t>
            </a:r>
            <a:endParaRPr lang="en-US" dirty="0"/>
          </a:p>
        </p:txBody>
      </p:sp>
      <p:sp>
        <p:nvSpPr>
          <p:cNvPr id="20" name="Date">
            <a:extLst>
              <a:ext uri="{FF2B5EF4-FFF2-40B4-BE49-F238E27FC236}">
                <a16:creationId xmlns:a16="http://schemas.microsoft.com/office/drawing/2014/main" id="{65BA88F5-EF53-415B-8446-19188BE675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73138" y="6425604"/>
            <a:ext cx="2743200" cy="363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US" sz="900" smtClean="0">
                <a:solidFill>
                  <a:srgbClr val="8B8580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300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8" r:id="rId1"/>
    <p:sldLayoutId id="2147483917" r:id="rId2"/>
    <p:sldLayoutId id="2147483774" r:id="rId3"/>
    <p:sldLayoutId id="2147483922" r:id="rId4"/>
    <p:sldLayoutId id="2147483920" r:id="rId5"/>
    <p:sldLayoutId id="2147483931" r:id="rId6"/>
    <p:sldLayoutId id="2147483936" r:id="rId7"/>
    <p:sldLayoutId id="2147483969" r:id="rId8"/>
    <p:sldLayoutId id="2147483974" r:id="rId9"/>
    <p:sldLayoutId id="2147483756" r:id="rId10"/>
    <p:sldLayoutId id="2147483754" r:id="rId11"/>
    <p:sldLayoutId id="2147483778" r:id="rId12"/>
    <p:sldLayoutId id="2147483762" r:id="rId13"/>
    <p:sldLayoutId id="2147483766" r:id="rId14"/>
    <p:sldLayoutId id="2147483814" r:id="rId15"/>
    <p:sldLayoutId id="2147483987" r:id="rId16"/>
    <p:sldLayoutId id="2147483763" r:id="rId17"/>
    <p:sldLayoutId id="2147483744" r:id="rId18"/>
    <p:sldLayoutId id="2147483742" r:id="rId19"/>
    <p:sldLayoutId id="2147483948" r:id="rId20"/>
    <p:sldLayoutId id="2147483972" r:id="rId21"/>
    <p:sldLayoutId id="2147484010" r:id="rId22"/>
    <p:sldLayoutId id="2147484014" r:id="rId2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kumimoji="1" lang="en-US" sz="2400" b="1" i="0" kern="1200" baseline="0" dirty="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5000"/>
        </a:lnSpc>
        <a:spcBef>
          <a:spcPts val="600"/>
        </a:spcBef>
        <a:spcAft>
          <a:spcPts val="0"/>
        </a:spcAft>
        <a:buClrTx/>
        <a:buSzTx/>
        <a:buFont typeface="System Font Regular"/>
        <a:buNone/>
        <a:tabLst/>
        <a:defRPr kumimoji="1" sz="1800" b="0" i="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Oracle Sans Tab" panose="020B0503020204020204" pitchFamily="34" charset="0"/>
        </a:defRPr>
      </a:lvl1pPr>
      <a:lvl2pPr marL="365760" marR="0" indent="-182880" algn="l" defTabSz="914400" rtl="0" eaLnBrk="1" fontAlgn="auto" latinLnBrk="0" hangingPunct="1">
        <a:lnSpc>
          <a:spcPct val="95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kumimoji="1" sz="1800" b="0" i="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Oracle Sans Tab" panose="020B0503020204020204" pitchFamily="34" charset="0"/>
        </a:defRPr>
      </a:lvl2pPr>
      <a:lvl3pPr marL="547688" marR="0" indent="-182563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kumimoji="1" sz="160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Oracle Sans Tab Light" panose="020B0403020204020204" pitchFamily="34" charset="0"/>
        </a:defRPr>
      </a:lvl3pPr>
      <a:lvl4pPr marL="730250" marR="0" indent="-182563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kumimoji="1" sz="140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Oracle Sans Tab Light" panose="020B0403020204020204" pitchFamily="34" charset="0"/>
        </a:defRPr>
      </a:lvl4pPr>
      <a:lvl5pPr marL="914400" marR="0" indent="-182880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Tx/>
        <a:buFont typeface="System Font Regular"/>
        <a:buChar char="•"/>
        <a:tabLst/>
        <a:defRPr kumimoji="1" sz="120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Oracle Sans Tab Light" panose="020B0403020204020204" pitchFamily="34" charset="0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400"/>
        </a:spcBef>
        <a:spcAft>
          <a:spcPts val="0"/>
        </a:spcAft>
        <a:buSzPct val="100000"/>
        <a:buFont typeface="Arial" panose="020B0604020202020204" pitchFamily="34" charset="0"/>
        <a:buChar char="•"/>
        <a:defRPr kumimoji="1" sz="1200" b="0" i="0" kern="1200">
          <a:solidFill>
            <a:schemeClr val="tx1"/>
          </a:solidFill>
          <a:latin typeface="Oracle Sans Light" panose="020B0403020204020204" pitchFamily="34" charset="0"/>
          <a:ea typeface="+mn-ea"/>
          <a:cs typeface="Oracle Sans Light" panose="020B0403020204020204" pitchFamily="34" charset="0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400"/>
        </a:spcBef>
        <a:spcAft>
          <a:spcPts val="0"/>
        </a:spcAft>
        <a:buFont typeface="Arial" panose="020B0604020202020204" pitchFamily="34" charset="0"/>
        <a:buChar char="•"/>
        <a:defRPr kumimoji="1" sz="1200" b="0" i="0" kern="1200">
          <a:solidFill>
            <a:schemeClr val="tx1"/>
          </a:solidFill>
          <a:latin typeface="Oracle Sans Light" panose="020B0403020204020204" pitchFamily="34" charset="0"/>
          <a:ea typeface="+mn-ea"/>
          <a:cs typeface="Oracle Sans Light" panose="020B0403020204020204" pitchFamily="34" charset="0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1008" userDrawn="1">
          <p15:clr>
            <a:srgbClr val="F26B43"/>
          </p15:clr>
        </p15:guide>
        <p15:guide id="4" orient="horz" pos="3852" userDrawn="1">
          <p15:clr>
            <a:srgbClr val="F26B43"/>
          </p15:clr>
        </p15:guide>
        <p15:guide id="5" pos="480" userDrawn="1">
          <p15:clr>
            <a:srgbClr val="F26B43"/>
          </p15:clr>
        </p15:guide>
        <p15:guide id="6" orient="horz" pos="795" userDrawn="1">
          <p15:clr>
            <a:srgbClr val="F26B43"/>
          </p15:clr>
        </p15:guide>
        <p15:guide id="7" orient="horz" pos="590" userDrawn="1">
          <p15:clr>
            <a:srgbClr val="F26B43"/>
          </p15:clr>
        </p15:guide>
        <p15:guide id="8" pos="721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OTag">
            <a:extLst>
              <a:ext uri="{FF2B5EF4-FFF2-40B4-BE49-F238E27FC236}">
                <a16:creationId xmlns:a16="http://schemas.microsoft.com/office/drawing/2014/main" id="{DA16EBAD-93BE-4ACF-A78F-3C1CEDB86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8A70F255-3C2A-4AC7-8935-184146E3B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5" y="182403"/>
            <a:ext cx="10671048" cy="8229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Title</a:t>
            </a:r>
          </a:p>
        </p:txBody>
      </p:sp>
      <p:sp>
        <p:nvSpPr>
          <p:cNvPr id="4" name="Text Field">
            <a:extLst>
              <a:ext uri="{FF2B5EF4-FFF2-40B4-BE49-F238E27FC236}">
                <a16:creationId xmlns:a16="http://schemas.microsoft.com/office/drawing/2014/main" id="{E46619B6-A626-4CDA-96E2-B94F4637C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8875" y="1600200"/>
            <a:ext cx="10671048" cy="451485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08A3F6CD-49F4-D74B-8C7F-D6CA71EFB1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2000" y="6423660"/>
            <a:ext cx="36576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rgbClr val="8B8580"/>
                </a:solidFill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Footer">
            <a:extLst>
              <a:ext uri="{FF2B5EF4-FFF2-40B4-BE49-F238E27FC236}">
                <a16:creationId xmlns:a16="http://schemas.microsoft.com/office/drawing/2014/main" id="{8E003242-6B91-1949-A5CA-15BA57A045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27759" y="6423978"/>
            <a:ext cx="574537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rgbClr val="8B8580"/>
                </a:solidFill>
              </a:defRPr>
            </a:lvl1pPr>
          </a:lstStyle>
          <a:p>
            <a:r>
              <a:rPr lang="en-US"/>
              <a:t>Copyright © 2024, Oracle and/or its affiliates</a:t>
            </a:r>
            <a:endParaRPr lang="en-US" dirty="0"/>
          </a:p>
        </p:txBody>
      </p:sp>
      <p:sp>
        <p:nvSpPr>
          <p:cNvPr id="20" name="Date">
            <a:extLst>
              <a:ext uri="{FF2B5EF4-FFF2-40B4-BE49-F238E27FC236}">
                <a16:creationId xmlns:a16="http://schemas.microsoft.com/office/drawing/2014/main" id="{65BA88F5-EF53-415B-8446-19188BE675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73138" y="6425604"/>
            <a:ext cx="2743200" cy="363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US" sz="900" smtClean="0">
                <a:solidFill>
                  <a:srgbClr val="8B8580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171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6" r:id="rId1"/>
    <p:sldLayoutId id="2147484017" r:id="rId2"/>
    <p:sldLayoutId id="2147484018" r:id="rId3"/>
    <p:sldLayoutId id="2147484019" r:id="rId4"/>
    <p:sldLayoutId id="2147484020" r:id="rId5"/>
    <p:sldLayoutId id="2147484021" r:id="rId6"/>
    <p:sldLayoutId id="2147484022" r:id="rId7"/>
    <p:sldLayoutId id="2147484023" r:id="rId8"/>
    <p:sldLayoutId id="2147484024" r:id="rId9"/>
    <p:sldLayoutId id="2147484025" r:id="rId10"/>
    <p:sldLayoutId id="2147484026" r:id="rId11"/>
    <p:sldLayoutId id="2147484027" r:id="rId12"/>
    <p:sldLayoutId id="2147484028" r:id="rId13"/>
    <p:sldLayoutId id="2147484029" r:id="rId14"/>
    <p:sldLayoutId id="2147484030" r:id="rId15"/>
    <p:sldLayoutId id="2147484031" r:id="rId16"/>
    <p:sldLayoutId id="2147484032" r:id="rId17"/>
    <p:sldLayoutId id="2147484033" r:id="rId18"/>
    <p:sldLayoutId id="2147484034" r:id="rId19"/>
    <p:sldLayoutId id="2147484035" r:id="rId20"/>
    <p:sldLayoutId id="2147484036" r:id="rId21"/>
    <p:sldLayoutId id="2147484037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kumimoji="1" lang="en-US" sz="2400" b="1" i="0" kern="1200" baseline="0" dirty="0">
          <a:solidFill>
            <a:schemeClr val="tx1"/>
          </a:solidFill>
          <a:latin typeface="+mn-lt"/>
          <a:ea typeface="+mn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5000"/>
        </a:lnSpc>
        <a:spcBef>
          <a:spcPts val="600"/>
        </a:spcBef>
        <a:spcAft>
          <a:spcPts val="0"/>
        </a:spcAft>
        <a:buClrTx/>
        <a:buSzTx/>
        <a:buFont typeface="System Font Regular"/>
        <a:buNone/>
        <a:tabLst/>
        <a:defRPr kumimoji="1" sz="1800" b="0" i="0" kern="1200">
          <a:solidFill>
            <a:schemeClr val="tx1"/>
          </a:solidFill>
          <a:latin typeface="+mn-lt"/>
          <a:ea typeface="+mn-ea"/>
          <a:cs typeface="Oracle Sans Tab" panose="020B0503020204020204" pitchFamily="34" charset="0"/>
        </a:defRPr>
      </a:lvl1pPr>
      <a:lvl2pPr marL="365760" marR="0" indent="-182880" algn="l" defTabSz="914400" rtl="0" eaLnBrk="1" fontAlgn="auto" latinLnBrk="0" hangingPunct="1">
        <a:lnSpc>
          <a:spcPct val="95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kumimoji="1" sz="1800" b="0" i="0" kern="1200">
          <a:solidFill>
            <a:schemeClr val="tx1"/>
          </a:solidFill>
          <a:latin typeface="+mn-lt"/>
          <a:ea typeface="+mn-ea"/>
          <a:cs typeface="Oracle Sans Tab" panose="020B0503020204020204" pitchFamily="34" charset="0"/>
        </a:defRPr>
      </a:lvl2pPr>
      <a:lvl3pPr marL="547688" marR="0" indent="-182563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kumimoji="1" sz="1600" kern="1200">
          <a:solidFill>
            <a:schemeClr val="tx1"/>
          </a:solidFill>
          <a:latin typeface="Oracle Sans Tab Light" panose="020B0403020204020204" pitchFamily="34" charset="0"/>
          <a:ea typeface="+mn-ea"/>
          <a:cs typeface="Oracle Sans Tab Light" panose="020B0403020204020204" pitchFamily="34" charset="0"/>
        </a:defRPr>
      </a:lvl3pPr>
      <a:lvl4pPr marL="730250" marR="0" indent="-182563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kumimoji="1" sz="1400" kern="1200">
          <a:solidFill>
            <a:schemeClr val="tx1"/>
          </a:solidFill>
          <a:latin typeface="Oracle Sans Tab Light" panose="020B0403020204020204" pitchFamily="34" charset="0"/>
          <a:ea typeface="+mn-ea"/>
          <a:cs typeface="Oracle Sans Tab Light" panose="020B0403020204020204" pitchFamily="34" charset="0"/>
        </a:defRPr>
      </a:lvl4pPr>
      <a:lvl5pPr marL="914400" marR="0" indent="-182880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Tx/>
        <a:buFont typeface="System Font Regular"/>
        <a:buChar char="•"/>
        <a:tabLst/>
        <a:defRPr kumimoji="1" sz="1200" kern="1200">
          <a:solidFill>
            <a:schemeClr val="tx1"/>
          </a:solidFill>
          <a:latin typeface="Oracle Sans Tab Light" panose="020B0403020204020204" pitchFamily="34" charset="0"/>
          <a:ea typeface="+mn-ea"/>
          <a:cs typeface="Oracle Sans Tab Light" panose="020B0403020204020204" pitchFamily="34" charset="0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400"/>
        </a:spcBef>
        <a:spcAft>
          <a:spcPts val="0"/>
        </a:spcAft>
        <a:buSzPct val="100000"/>
        <a:buFont typeface="Arial" panose="020B0604020202020204" pitchFamily="34" charset="0"/>
        <a:buChar char="•"/>
        <a:defRPr kumimoji="1" sz="1200" b="0" i="0" kern="1200">
          <a:solidFill>
            <a:schemeClr val="tx1"/>
          </a:solidFill>
          <a:latin typeface="Oracle Sans Light" panose="020B0403020204020204" pitchFamily="34" charset="0"/>
          <a:ea typeface="+mn-ea"/>
          <a:cs typeface="Oracle Sans Light" panose="020B0403020204020204" pitchFamily="34" charset="0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400"/>
        </a:spcBef>
        <a:spcAft>
          <a:spcPts val="0"/>
        </a:spcAft>
        <a:buFont typeface="Arial" panose="020B0604020202020204" pitchFamily="34" charset="0"/>
        <a:buChar char="•"/>
        <a:defRPr kumimoji="1" sz="1200" b="0" i="0" kern="1200">
          <a:solidFill>
            <a:schemeClr val="tx1"/>
          </a:solidFill>
          <a:latin typeface="Oracle Sans Light" panose="020B0403020204020204" pitchFamily="34" charset="0"/>
          <a:ea typeface="+mn-ea"/>
          <a:cs typeface="Oracle Sans Light" panose="020B0403020204020204" pitchFamily="34" charset="0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52">
          <p15:clr>
            <a:srgbClr val="F26B43"/>
          </p15:clr>
        </p15:guide>
        <p15:guide id="5" pos="480">
          <p15:clr>
            <a:srgbClr val="F26B43"/>
          </p15:clr>
        </p15:guide>
        <p15:guide id="6" orient="horz" pos="795">
          <p15:clr>
            <a:srgbClr val="F26B43"/>
          </p15:clr>
        </p15:guide>
        <p15:guide id="7" orient="horz" pos="590">
          <p15:clr>
            <a:srgbClr val="F26B43"/>
          </p15:clr>
        </p15:guide>
        <p15:guide id="8" pos="7212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0" y="5486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600" b="1">
                <a:solidFill>
                  <a:srgbClr val="0066CC"/>
                </a:solidFill>
              </a:defRPr>
            </a:pPr>
            <a:r>
              <a:t>四月の収益では、最高は東京で、最低は東北です。東京は東北の約3.33倍の収益となっています。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9144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arent Master Pillars">
  <a:themeElements>
    <a:clrScheme name="Oracle Redwood 08-26-2020">
      <a:dk1>
        <a:srgbClr val="312D2A"/>
      </a:dk1>
      <a:lt1>
        <a:srgbClr val="FCFBFA"/>
      </a:lt1>
      <a:dk2>
        <a:srgbClr val="312D2A"/>
      </a:dk2>
      <a:lt2>
        <a:srgbClr val="FCFBFA"/>
      </a:lt2>
      <a:accent1>
        <a:srgbClr val="C74634"/>
      </a:accent1>
      <a:accent2>
        <a:srgbClr val="FACD62"/>
      </a:accent2>
      <a:accent3>
        <a:srgbClr val="94AFAF"/>
      </a:accent3>
      <a:accent4>
        <a:srgbClr val="2B6242"/>
      </a:accent4>
      <a:accent5>
        <a:srgbClr val="AE562C"/>
      </a:accent5>
      <a:accent6>
        <a:srgbClr val="759C6C"/>
      </a:accent6>
      <a:hlink>
        <a:srgbClr val="00688C"/>
      </a:hlink>
      <a:folHlink>
        <a:srgbClr val="00688C"/>
      </a:folHlink>
    </a:clrScheme>
    <a:fontScheme name="Oracle Sans Tabular">
      <a:majorFont>
        <a:latin typeface="Georgia"/>
        <a:ea typeface=""/>
        <a:cs typeface=""/>
      </a:majorFont>
      <a:minorFont>
        <a:latin typeface="Oracle Sans Tab"/>
        <a:ea typeface=""/>
        <a:cs typeface=""/>
      </a:minorFont>
    </a:fontScheme>
    <a:fmtScheme name="Fla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 cap="flat" cmpd="sng" algn="ctr">
          <a:solidFill>
            <a:schemeClr val="phClr">
              <a:shade val="65000"/>
            </a:schemeClr>
          </a:solidFill>
          <a:prstDash val="solid"/>
        </a:ln>
        <a:ln w="3175" cap="flat" cmpd="sng" algn="ctr">
          <a:solidFill>
            <a:schemeClr val="phClr"/>
          </a:solidFill>
          <a:prstDash val="solid"/>
        </a:ln>
        <a:ln w="0" cap="flat" cmpd="sng" algn="ctr">
          <a:noFill/>
        </a:ln>
      </a:lnStyleLst>
      <a:effectStyleLst>
        <a:effectStyle>
          <a:effectLst>
            <a:blur/>
          </a:effectLst>
        </a:effectStyle>
        <a:effectStyle>
          <a:effectLst>
            <a:blur/>
          </a:effectLst>
        </a:effectStyle>
        <a:effectStyle>
          <a:effectLst>
            <a:fillOverlay blend="darken">
              <a:solidFill>
                <a:schemeClr val="phClr">
                  <a:shade val="30000"/>
                </a:schemeClr>
              </a:solidFill>
            </a:fillOverlay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Ocean">
      <a:srgbClr val="2C5967"/>
    </a:custClr>
    <a:custClr name="Surf">
      <a:srgbClr val="41817E"/>
    </a:custClr>
    <a:custClr name="Sand">
      <a:srgbClr val="E5DBBE"/>
    </a:custClr>
    <a:custClr name="Pebble">
      <a:srgbClr val="8B8580"/>
    </a:custClr>
    <a:custClr name="Granite">
      <a:srgbClr val="67605B"/>
    </a:custClr>
    <a:custClr name="Position 6">
      <a:srgbClr val="FFFFFF"/>
    </a:custClr>
    <a:custClr name="Highlight/hyperlink dark theme">
      <a:srgbClr val="F0CC71"/>
    </a:custClr>
    <a:custClr name="Highlight/numbered list light theme">
      <a:srgbClr val="AE562C"/>
    </a:custClr>
    <a:custClr name="Hyperlink light theme (default)">
      <a:srgbClr val="00688C"/>
    </a:custClr>
    <a:custClr name="Numbered list dark theme">
      <a:srgbClr val="759C6C"/>
    </a:custClr>
    <a:custClr name="Brand: Neutral 30">
      <a:srgbClr val="F1EFED"/>
    </a:custClr>
    <a:custClr name="Developer: Pebble 30">
      <a:srgbClr val="E7F0FD"/>
    </a:custClr>
    <a:custClr name="Database: Slate 30">
      <a:srgbClr val="E7F2F2"/>
    </a:custClr>
    <a:custClr name="Cloud Platform: Pine 30">
      <a:srgbClr val="E0F5E7"/>
    </a:custClr>
    <a:custClr name="Finance / Operations: Teal 30">
      <a:srgbClr val="E8F1F0"/>
    </a:custClr>
    <a:custClr name="NetSuite: Ocean 30">
      <a:srgbClr val="E7F2F5"/>
    </a:custClr>
    <a:custClr name="GBU: Lilac 30">
      <a:srgbClr val="EBEFFE"/>
    </a:custClr>
    <a:custClr name="CX/Marketing: Plum 30">
      <a:srgbClr val="F5ECFB"/>
    </a:custClr>
    <a:custClr name="HCM/HR: Rose 30">
      <a:srgbClr val="FBECEF"/>
    </a:custClr>
    <a:custClr name="SCM: Sienna 30">
      <a:srgbClr val="FCEDD9"/>
    </a:custClr>
    <a:custClr name="Brand: Neutral 70">
      <a:srgbClr val="AEA8A2"/>
    </a:custClr>
    <a:custClr name="Developer: Pebble 70">
      <a:srgbClr val="A2AAB6"/>
    </a:custClr>
    <a:custClr name="Database: Slate 70">
      <a:srgbClr val="99ADAE"/>
    </a:custClr>
    <a:custClr name="Cloud Platform: Pine 70">
      <a:srgbClr val="86B596"/>
    </a:custClr>
    <a:custClr name="Finance / Operations: Teal 70">
      <a:srgbClr val="89B2B0"/>
    </a:custClr>
    <a:custClr name="NetSuite: Ocean 70">
      <a:srgbClr val="81B2C3"/>
    </a:custClr>
    <a:custClr name="GBU: Lilac 70">
      <a:srgbClr val="A0A9C5"/>
    </a:custClr>
    <a:custClr name="CX/Marketing: Plum 70">
      <a:srgbClr val="B7A1C4"/>
    </a:custClr>
    <a:custClr name="HCM/HR: Rose 70">
      <a:srgbClr val="CE9BA7"/>
    </a:custClr>
    <a:custClr name="SCM: Sienna 70">
      <a:srgbClr val="D39F5D"/>
    </a:custClr>
    <a:custClr name="Brand: Neutral 140">
      <a:srgbClr val="514C47"/>
    </a:custClr>
    <a:custClr name="Developer: Pebble 140">
      <a:srgbClr val="494D53"/>
    </a:custClr>
    <a:custClr name="Database: Slate 140">
      <a:srgbClr val="464F4F"/>
    </a:custClr>
    <a:custClr name="Cloud Platform: Pine 140">
      <a:srgbClr val="33553C"/>
    </a:custClr>
    <a:custClr name="Finance / Operations: Teal 140">
      <a:srgbClr val="315357"/>
    </a:custClr>
    <a:custClr name="NetSuite: Ocean 140">
      <a:srgbClr val="2C5266"/>
    </a:custClr>
    <a:custClr name="GBU: Lilac 140">
      <a:srgbClr val="464C68"/>
    </a:custClr>
    <a:custClr name="CX/Marketing: Plum 140">
      <a:srgbClr val="594564"/>
    </a:custClr>
    <a:custClr name="HCM/HR: Rose 140">
      <a:srgbClr val="6C3F49"/>
    </a:custClr>
    <a:custClr name="SCM: Sienna 140">
      <a:srgbClr val="713F25"/>
    </a:custClr>
    <a:custClr name="Brand: Neutral 170">
      <a:srgbClr val="312D2A"/>
    </a:custClr>
    <a:custClr name="Developer: Pebble 170">
      <a:srgbClr val="2B2E32"/>
    </a:custClr>
    <a:custClr name="Database: Slate 170">
      <a:srgbClr val="2A2F2F"/>
    </a:custClr>
    <a:custClr name="Cloud Platform: Pine 170">
      <a:srgbClr val="1E3224"/>
    </a:custClr>
    <a:custClr name="Finance / Operations: Teal 170">
      <a:srgbClr val="1E3133"/>
    </a:custClr>
    <a:custClr name="NetSuite: Ocean 170">
      <a:srgbClr val="1A2F3F"/>
    </a:custClr>
    <a:custClr name="GBU: Lilac 170">
      <a:srgbClr val="2A2D3F"/>
    </a:custClr>
    <a:custClr name="CX/Marketing: Plum 170">
      <a:srgbClr val="36293C"/>
    </a:custClr>
    <a:custClr name="HCM/HR: Rose 170">
      <a:srgbClr val="41242B"/>
    </a:custClr>
    <a:custClr name="SCM: Sienna 170">
      <a:srgbClr val="442616"/>
    </a:custClr>
  </a:custClrLst>
  <a:extLst>
    <a:ext uri="{05A4C25C-085E-4340-85A3-A5531E510DB2}">
      <thm15:themeFamily xmlns:thm15="http://schemas.microsoft.com/office/thememl/2012/main" name="Meirio_Oracle_Redwood_Simplified_Light_Version_v1.2-3.14.22" id="{874A05B0-486D-0744-A082-98D549E8EB04}" vid="{CC808929-AF67-DA47-AA2F-229D9A1AB354}"/>
    </a:ext>
  </a:extLst>
</a:theme>
</file>

<file path=ppt/theme/theme2.xml><?xml version="1.0" encoding="utf-8"?>
<a:theme xmlns:a="http://schemas.openxmlformats.org/drawingml/2006/main" name="8_Parent Master Pillars">
  <a:themeElements>
    <a:clrScheme name="Oracle Redwood 08-26-2020">
      <a:dk1>
        <a:srgbClr val="312D2A"/>
      </a:dk1>
      <a:lt1>
        <a:srgbClr val="FCFBFA"/>
      </a:lt1>
      <a:dk2>
        <a:srgbClr val="312D2A"/>
      </a:dk2>
      <a:lt2>
        <a:srgbClr val="FCFBFA"/>
      </a:lt2>
      <a:accent1>
        <a:srgbClr val="C74634"/>
      </a:accent1>
      <a:accent2>
        <a:srgbClr val="FACD62"/>
      </a:accent2>
      <a:accent3>
        <a:srgbClr val="94AFAF"/>
      </a:accent3>
      <a:accent4>
        <a:srgbClr val="2B6242"/>
      </a:accent4>
      <a:accent5>
        <a:srgbClr val="AE562C"/>
      </a:accent5>
      <a:accent6>
        <a:srgbClr val="759C6C"/>
      </a:accent6>
      <a:hlink>
        <a:srgbClr val="00688C"/>
      </a:hlink>
      <a:folHlink>
        <a:srgbClr val="00688C"/>
      </a:folHlink>
    </a:clrScheme>
    <a:fontScheme name="Redwood JPN MeiryoUI">
      <a:majorFont>
        <a:latin typeface="Georgia"/>
        <a:ea typeface="Meiryo UI"/>
        <a:cs typeface=""/>
      </a:majorFont>
      <a:minorFont>
        <a:latin typeface="Oracle Sans"/>
        <a:ea typeface="Meiryo UI"/>
        <a:cs typeface=""/>
      </a:minorFont>
    </a:fontScheme>
    <a:fmtScheme name="Fla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 cap="flat" cmpd="sng" algn="ctr">
          <a:solidFill>
            <a:schemeClr val="phClr">
              <a:shade val="65000"/>
            </a:schemeClr>
          </a:solidFill>
          <a:prstDash val="solid"/>
        </a:ln>
        <a:ln w="3175" cap="flat" cmpd="sng" algn="ctr">
          <a:solidFill>
            <a:schemeClr val="phClr"/>
          </a:solidFill>
          <a:prstDash val="solid"/>
        </a:ln>
        <a:ln w="0" cap="flat" cmpd="sng" algn="ctr">
          <a:noFill/>
        </a:ln>
      </a:lnStyleLst>
      <a:effectStyleLst>
        <a:effectStyle>
          <a:effectLst>
            <a:blur/>
          </a:effectLst>
        </a:effectStyle>
        <a:effectStyle>
          <a:effectLst>
            <a:blur/>
          </a:effectLst>
        </a:effectStyle>
        <a:effectStyle>
          <a:effectLst>
            <a:fillOverlay blend="darken">
              <a:solidFill>
                <a:schemeClr val="phClr">
                  <a:shade val="30000"/>
                </a:schemeClr>
              </a:solidFill>
            </a:fillOverlay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tailEnd type="triangle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custClrLst>
    <a:custClr name="Ocean">
      <a:srgbClr val="2C5967"/>
    </a:custClr>
    <a:custClr name="Surf">
      <a:srgbClr val="41817E"/>
    </a:custClr>
    <a:custClr name="Sand">
      <a:srgbClr val="E5DBBE"/>
    </a:custClr>
    <a:custClr name="Pebble">
      <a:srgbClr val="8B8580"/>
    </a:custClr>
    <a:custClr name="Granite">
      <a:srgbClr val="67605B"/>
    </a:custClr>
    <a:custClr name="Position 6">
      <a:srgbClr val="FFFFFF"/>
    </a:custClr>
    <a:custClr name="Highlight/hyperlink dark theme">
      <a:srgbClr val="F0CC71"/>
    </a:custClr>
    <a:custClr name="Highlight/numbered list light theme">
      <a:srgbClr val="AE562C"/>
    </a:custClr>
    <a:custClr name="Hyperlink light theme (default)">
      <a:srgbClr val="00688C"/>
    </a:custClr>
    <a:custClr name="Numbered list dark theme">
      <a:srgbClr val="759C6C"/>
    </a:custClr>
    <a:custClr name="Brand: Neutral 30">
      <a:srgbClr val="F1EFED"/>
    </a:custClr>
    <a:custClr name="Developer: Pebble 30">
      <a:srgbClr val="E7F0FD"/>
    </a:custClr>
    <a:custClr name="Database: Slate 30">
      <a:srgbClr val="E7F2F2"/>
    </a:custClr>
    <a:custClr name="Cloud Platform: Pine 30">
      <a:srgbClr val="E0F5E7"/>
    </a:custClr>
    <a:custClr name="Finance / Operations: Teal 30">
      <a:srgbClr val="E8F1F0"/>
    </a:custClr>
    <a:custClr name="NetSuite: Ocean 30">
      <a:srgbClr val="E7F2F5"/>
    </a:custClr>
    <a:custClr name="GBU: Lilac 30">
      <a:srgbClr val="EBEFFE"/>
    </a:custClr>
    <a:custClr name="CX/Marketing: Plum 30">
      <a:srgbClr val="F5ECFB"/>
    </a:custClr>
    <a:custClr name="HCM/HR: Rose 30">
      <a:srgbClr val="FBECEF"/>
    </a:custClr>
    <a:custClr name="SCM: Sienna 30">
      <a:srgbClr val="FCEDD9"/>
    </a:custClr>
    <a:custClr name="Brand: Neutral 70">
      <a:srgbClr val="AEA8A2"/>
    </a:custClr>
    <a:custClr name="Developer: Pebble 70">
      <a:srgbClr val="A2AAB6"/>
    </a:custClr>
    <a:custClr name="Database: Slate 70">
      <a:srgbClr val="99ADAE"/>
    </a:custClr>
    <a:custClr name="Cloud Platform: Pine 70">
      <a:srgbClr val="86B596"/>
    </a:custClr>
    <a:custClr name="Finance / Operations: Teal 70">
      <a:srgbClr val="89B2B0"/>
    </a:custClr>
    <a:custClr name="NetSuite: Ocean 70">
      <a:srgbClr val="81B2C3"/>
    </a:custClr>
    <a:custClr name="GBU: Lilac 70">
      <a:srgbClr val="A0A9C5"/>
    </a:custClr>
    <a:custClr name="CX/Marketing: Plum 70">
      <a:srgbClr val="B7A1C4"/>
    </a:custClr>
    <a:custClr name="HCM/HR: Rose 70">
      <a:srgbClr val="CE9BA7"/>
    </a:custClr>
    <a:custClr name="SCM: Sienna 70">
      <a:srgbClr val="D39F5D"/>
    </a:custClr>
    <a:custClr name="Brand: Neutral 140">
      <a:srgbClr val="514C47"/>
    </a:custClr>
    <a:custClr name="Developer: Pebble 140">
      <a:srgbClr val="494D53"/>
    </a:custClr>
    <a:custClr name="Database: Slate 140">
      <a:srgbClr val="464F4F"/>
    </a:custClr>
    <a:custClr name="Cloud Platform: Pine 140">
      <a:srgbClr val="33553C"/>
    </a:custClr>
    <a:custClr name="Finance / Operations: Teal 140">
      <a:srgbClr val="315357"/>
    </a:custClr>
    <a:custClr name="NetSuite: Ocean 140">
      <a:srgbClr val="2C5266"/>
    </a:custClr>
    <a:custClr name="GBU: Lilac 140">
      <a:srgbClr val="464C68"/>
    </a:custClr>
    <a:custClr name="CX/Marketing: Plum 140">
      <a:srgbClr val="594564"/>
    </a:custClr>
    <a:custClr name="HCM/HR: Rose 140">
      <a:srgbClr val="6C3F49"/>
    </a:custClr>
    <a:custClr name="SCM: Sienna 140">
      <a:srgbClr val="713F25"/>
    </a:custClr>
    <a:custClr name="Brand: Neutral 170">
      <a:srgbClr val="312D2A"/>
    </a:custClr>
    <a:custClr name="Developer: Pebble 170">
      <a:srgbClr val="2B2E32"/>
    </a:custClr>
    <a:custClr name="Database: Slate 170">
      <a:srgbClr val="2A2F2F"/>
    </a:custClr>
    <a:custClr name="Cloud Platform: Pine 170">
      <a:srgbClr val="1E3224"/>
    </a:custClr>
    <a:custClr name="Finance / Operations: Teal 170">
      <a:srgbClr val="1E3133"/>
    </a:custClr>
    <a:custClr name="NetSuite: Ocean 170">
      <a:srgbClr val="1A2F3F"/>
    </a:custClr>
    <a:custClr name="GBU: Lilac 170">
      <a:srgbClr val="2A2D3F"/>
    </a:custClr>
    <a:custClr name="CX/Marketing: Plum 170">
      <a:srgbClr val="36293C"/>
    </a:custClr>
    <a:custClr name="HCM/HR: Rose 170">
      <a:srgbClr val="41242B"/>
    </a:custClr>
    <a:custClr name="SCM: Sienna 170">
      <a:srgbClr val="442616"/>
    </a:custClr>
  </a:custClrLst>
  <a:extLst>
    <a:ext uri="{05A4C25C-085E-4340-85A3-A5531E510DB2}">
      <thm15:themeFamily xmlns:thm15="http://schemas.microsoft.com/office/thememl/2012/main" name="Oracle Redwood Modern v1.3.potx" id="{C40D26AA-AE81-48D1-A0F0-5E13EA2B508E}" vid="{041AC451-E38F-4576-BE01-533403702A14}"/>
    </a:ext>
  </a:extLst>
</a:theme>
</file>

<file path=ppt/theme/theme3.xml><?xml version="1.0" encoding="utf-8"?>
<a:theme xmlns:a="http://schemas.openxmlformats.org/drawingml/2006/main" name="Office Theme">
  <a:themeElements>
    <a:clrScheme name="Oracle 1.13 original colors">
      <a:dk1>
        <a:srgbClr val="312D2A"/>
      </a:dk1>
      <a:lt1>
        <a:srgbClr val="FCFBFA"/>
      </a:lt1>
      <a:dk2>
        <a:srgbClr val="312D2A"/>
      </a:dk2>
      <a:lt2>
        <a:srgbClr val="FCFBFA"/>
      </a:lt2>
      <a:accent1>
        <a:srgbClr val="C74634"/>
      </a:accent1>
      <a:accent2>
        <a:srgbClr val="FACD62"/>
      </a:accent2>
      <a:accent3>
        <a:srgbClr val="94AFAF"/>
      </a:accent3>
      <a:accent4>
        <a:srgbClr val="2B6242"/>
      </a:accent4>
      <a:accent5>
        <a:srgbClr val="AE562C"/>
      </a:accent5>
      <a:accent6>
        <a:srgbClr val="759C6C"/>
      </a:accent6>
      <a:hlink>
        <a:srgbClr val="2C5967"/>
      </a:hlink>
      <a:folHlink>
        <a:srgbClr val="2C5967"/>
      </a:folHlink>
    </a:clrScheme>
    <a:fontScheme name="Oracle">
      <a:majorFont>
        <a:latin typeface="Georgia"/>
        <a:ea typeface=""/>
        <a:cs typeface=""/>
      </a:majorFont>
      <a:minorFont>
        <a:latin typeface="Oracl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racle 1.13 original colors">
      <a:dk1>
        <a:srgbClr val="312D2A"/>
      </a:dk1>
      <a:lt1>
        <a:srgbClr val="FCFBFA"/>
      </a:lt1>
      <a:dk2>
        <a:srgbClr val="312D2A"/>
      </a:dk2>
      <a:lt2>
        <a:srgbClr val="FCFBFA"/>
      </a:lt2>
      <a:accent1>
        <a:srgbClr val="C74634"/>
      </a:accent1>
      <a:accent2>
        <a:srgbClr val="FACD62"/>
      </a:accent2>
      <a:accent3>
        <a:srgbClr val="94AFAF"/>
      </a:accent3>
      <a:accent4>
        <a:srgbClr val="2B6242"/>
      </a:accent4>
      <a:accent5>
        <a:srgbClr val="AE562C"/>
      </a:accent5>
      <a:accent6>
        <a:srgbClr val="759C6C"/>
      </a:accent6>
      <a:hlink>
        <a:srgbClr val="2C5967"/>
      </a:hlink>
      <a:folHlink>
        <a:srgbClr val="2C5967"/>
      </a:folHlink>
    </a:clrScheme>
    <a:fontScheme name="Oracle">
      <a:majorFont>
        <a:latin typeface="Georgia"/>
        <a:ea typeface=""/>
        <a:cs typeface=""/>
      </a:majorFont>
      <a:minorFont>
        <a:latin typeface="Oracl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racle Redwood 06-2020">
    <a:dk1>
      <a:srgbClr val="312D2A"/>
    </a:dk1>
    <a:lt1>
      <a:srgbClr val="FCFBFA"/>
    </a:lt1>
    <a:dk2>
      <a:srgbClr val="312D2A"/>
    </a:dk2>
    <a:lt2>
      <a:srgbClr val="FCFBFA"/>
    </a:lt2>
    <a:accent1>
      <a:srgbClr val="C74634"/>
    </a:accent1>
    <a:accent2>
      <a:srgbClr val="FACD62"/>
    </a:accent2>
    <a:accent3>
      <a:srgbClr val="94AFAF"/>
    </a:accent3>
    <a:accent4>
      <a:srgbClr val="2B6242"/>
    </a:accent4>
    <a:accent5>
      <a:srgbClr val="AE562C"/>
    </a:accent5>
    <a:accent6>
      <a:srgbClr val="759C6C"/>
    </a:accent6>
    <a:hlink>
      <a:srgbClr val="2C5967"/>
    </a:hlink>
    <a:folHlink>
      <a:srgbClr val="2C5967"/>
    </a:folHlink>
  </a:clrScheme>
</a:themeOverride>
</file>

<file path=ppt/theme/themeOverride2.xml><?xml version="1.0" encoding="utf-8"?>
<a:themeOverride xmlns:a="http://schemas.openxmlformats.org/drawingml/2006/main">
  <a:clrScheme name="Oracle Redwood 06-2020">
    <a:dk1>
      <a:srgbClr val="312D2A"/>
    </a:dk1>
    <a:lt1>
      <a:srgbClr val="FCFBFA"/>
    </a:lt1>
    <a:dk2>
      <a:srgbClr val="312D2A"/>
    </a:dk2>
    <a:lt2>
      <a:srgbClr val="FCFBFA"/>
    </a:lt2>
    <a:accent1>
      <a:srgbClr val="C74634"/>
    </a:accent1>
    <a:accent2>
      <a:srgbClr val="FACD62"/>
    </a:accent2>
    <a:accent3>
      <a:srgbClr val="94AFAF"/>
    </a:accent3>
    <a:accent4>
      <a:srgbClr val="2B6242"/>
    </a:accent4>
    <a:accent5>
      <a:srgbClr val="AE562C"/>
    </a:accent5>
    <a:accent6>
      <a:srgbClr val="759C6C"/>
    </a:accent6>
    <a:hlink>
      <a:srgbClr val="2C5967"/>
    </a:hlink>
    <a:folHlink>
      <a:srgbClr val="2C596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Parent Master Pillars</Template>
  <TotalTime>13789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0</vt:i4>
      </vt:variant>
    </vt:vector>
  </HeadingPairs>
  <TitlesOfParts>
    <vt:vector size="12" baseType="lpstr">
      <vt:lpstr>Meiryo UI</vt:lpstr>
      <vt:lpstr>System Font Regular</vt:lpstr>
      <vt:lpstr>Tiempos Fine</vt:lpstr>
      <vt:lpstr>Arial</vt:lpstr>
      <vt:lpstr>Georgia</vt:lpstr>
      <vt:lpstr>Oracle Sans</vt:lpstr>
      <vt:lpstr>Oracle Sans Light</vt:lpstr>
      <vt:lpstr>Oracle Sans Tab</vt:lpstr>
      <vt:lpstr>Oracle Sans Tab Light</vt:lpstr>
      <vt:lpstr>Oracle Sans Ultra Light</vt:lpstr>
      <vt:lpstr>Parent Master Pillars</vt:lpstr>
      <vt:lpstr>8_Parent Master Pillars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叩き台: OCLSでのAI関連サービス支援について</dc:title>
  <dc:creator>Kazuyuki Ito</dc:creator>
  <cp:lastModifiedBy>Robin Wu</cp:lastModifiedBy>
  <cp:revision>291</cp:revision>
  <dcterms:created xsi:type="dcterms:W3CDTF">2024-04-18T14:39:36Z</dcterms:created>
  <dcterms:modified xsi:type="dcterms:W3CDTF">2024-11-14T06:33:58Z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2231507</vt:lpwstr>
  </property>
  <property fmtid="{D5CDD505-2E9C-101B-9397-08002B2CF9AE}" pid="3" name="NXPowerLiteSettings">
    <vt:lpwstr>C700052003A000</vt:lpwstr>
  </property>
  <property fmtid="{D5CDD505-2E9C-101B-9397-08002B2CF9AE}" pid="4" name="NXPowerLiteVersion">
    <vt:lpwstr>D8.0.11</vt:lpwstr>
  </property>
</Properties>
</file>
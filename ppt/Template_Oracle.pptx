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  <p:sldMasterId id="2147484015" r:id="rId2"/>
  </p:sldMasterIdLst>
  <p:notesMasterIdLst>
    <p:notesMasterId r:id="rId3"/>
  </p:notesMasterIdLst>
  <p:handoutMasterIdLst>
    <p:handoutMasterId r:id="rId4"/>
  </p:handoutMaster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3070"/>
    <a:srgbClr val="000000"/>
    <a:srgbClr val="FFFFFF"/>
    <a:srgbClr val="FDFEFE"/>
    <a:srgbClr val="FEFEFE"/>
    <a:srgbClr val="FFFEFE"/>
    <a:srgbClr val="FFFFFD"/>
    <a:srgbClr val="FFFFFE"/>
    <a:srgbClr val="FFFEFF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97" autoAdjust="0"/>
    <p:restoredTop sz="92145" autoAdjust="0"/>
  </p:normalViewPr>
  <p:slideViewPr>
    <p:cSldViewPr snapToGrid="0" showGuides="1">
      <p:cViewPr varScale="1">
        <p:scale>
          <a:sx n="104" d="100"/>
          <a:sy n="104" d="100"/>
        </p:scale>
        <p:origin x="119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-4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0" d="100"/>
          <a:sy n="50" d="100"/>
        </p:scale>
        <p:origin x="2804" y="44"/>
      </p:cViewPr>
      <p:guideLst>
        <p:guide orient="horz" pos="3888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11/14/2024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11/14/2024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mailto:mailto:quietperiod_ww_grp@oracle.com" TargetMode="External"/><Relationship Id="rId2" Type="http://schemas.openxmlformats.org/officeDocument/2006/relationships/hyperlink" Target="https://confluence.oraclecorp.com/confluence/display/DemandCenter/Safe+Harbor+Disclosures+for+Presentations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4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jpeg"/><Relationship Id="rId4" Type="http://schemas.openxmlformats.org/officeDocument/2006/relationships/image" Target="../media/image4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1" i="0" dirty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17721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46438-F717-2B4C-BAC0-BFCDA780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6"/>
          <a:stretch/>
        </p:blipFill>
        <p:spPr>
          <a:xfrm>
            <a:off x="6044249" y="0"/>
            <a:ext cx="6147750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 txBox="1"/>
          <p:nvPr userDrawn="1"/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14" name="Text Field">
            <a:extLst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 txBox="1"/>
          <p:nvPr userDrawn="1"/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The notice is available at the </a:t>
            </a:r>
            <a:r>
              <a:rPr lang="en-US" u="sng" dirty="0">
                <a:solidFill>
                  <a:srgbClr val="00688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 dirty="0">
              <a:solidFill>
                <a:srgbClr val="00688C"/>
              </a:solidFill>
            </a:endParaRPr>
          </a:p>
          <a:p>
            <a:r>
              <a:rPr lang="en-US" dirty="0"/>
              <a:t>Contact for Forward Looking Statement: </a:t>
            </a:r>
            <a:r>
              <a:rPr lang="en-US" u="sng" dirty="0">
                <a:solidFill>
                  <a:srgbClr val="00688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 dirty="0">
              <a:solidFill>
                <a:srgbClr val="00688C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6560075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60075" y="0"/>
            <a:ext cx="5631925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84705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12192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llustration">
            <a:extLst>
              <a:ext uri="{FF2B5EF4-FFF2-40B4-BE49-F238E27FC236}">
                <a16:creationId xmlns:a16="http://schemas.microsoft.com/office/drawing/2014/main" id="{A6848E87-AB7D-1E4B-A882-1731BB7C3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9260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 userDrawn="1"/>
        </p:nvSpPr>
        <p:spPr>
          <a:xfrm>
            <a:off x="768876" y="2989724"/>
            <a:ext cx="8852644" cy="8785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 dirty="0"/>
              <a:t>Our mission is to help people see data in new ways, discover insights, 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853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and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1" i="0" dirty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14C4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7D2267-8060-4E47-941D-1C718175FB56}"/>
              </a:ext>
            </a:extLst>
          </p:cNvPr>
          <p:cNvPicPr preferRelativeResize="0"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2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FF636-5AF7-9A48-9532-FFA3A18ADD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1" i="0" dirty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Title/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2F30537-4F78-404B-85BC-063845BE257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D3F1B0E-3712-4B8A-BEA8-0A53703719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4927AB9-330B-440E-8FCE-0F82EF756F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06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Sub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5E893-DBF5-4F52-87BB-4E3D3C59A8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4529126"/>
            <a:ext cx="6145301" cy="232887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0410BF-347A-4FCE-87AF-78DF718BEE67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BDB77-EEE6-49E4-A2EB-DC0AFA8FA910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4730B996-97F1-03D4-40FB-760DEE874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14" y="1535039"/>
            <a:ext cx="11125186" cy="463026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ja-JP" altLang="en-US"/>
              <a:t>√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CD05C9A-39BF-8F20-4BE7-C3A84DDFC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289" y="182403"/>
            <a:ext cx="10899634" cy="822960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74C2BBE-3F5C-B197-6B35-6050EDDAA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414" y="1024235"/>
            <a:ext cx="10899634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1800" b="1" i="0">
                <a:solidFill>
                  <a:srgbClr val="2C5967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1012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338145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03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4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5B8024F8-E03D-9641-AA75-22D1B5C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097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F24DF316-2FA6-AE44-AB7A-9E7E86E0B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1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CA75903-C10D-E747-B877-6804D65E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6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31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2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DE68A64E-9177-1E41-B02B-9C94A30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81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29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314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8BD8F955-3E3E-4E6E-A650-C4E0C804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6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34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0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399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409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3852C-D243-4D5A-B7E1-09812A4D6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F3825-1D38-4C39-8F70-C060E9BEE3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87050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6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  <p:pic>
        <p:nvPicPr>
          <p:cNvPr id="4" name="OTag">
            <a:extLst>
              <a:ext uri="{FF2B5EF4-FFF2-40B4-BE49-F238E27FC236}">
                <a16:creationId xmlns:a16="http://schemas.microsoft.com/office/drawing/2014/main" id="{938EEB79-EFA1-4711-804E-DFDFA3A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0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llustration">
            <a:extLst>
              <a:ext uri="{FF2B5EF4-FFF2-40B4-BE49-F238E27FC236}">
                <a16:creationId xmlns:a16="http://schemas.microsoft.com/office/drawing/2014/main" id="{7F6A0B0D-9890-B044-B4D0-946D1FDB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215398B2-D33A-4AC8-A1B3-0AA9685AECF0}"/>
              </a:ext>
            </a:extLst>
          </p:cNvPr>
          <p:cNvSpPr txBox="1"/>
          <p:nvPr userDrawn="1"/>
        </p:nvSpPr>
        <p:spPr>
          <a:xfrm>
            <a:off x="768876" y="1828800"/>
            <a:ext cx="7211342" cy="22793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私たちのミッションは、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人々が新たな方法でデータを理解し、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本質を見極め、無限の可能性を解き放てるよう支援していくことです。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137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and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14C4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7D2267-8060-4E47-941D-1C718175FB56}"/>
              </a:ext>
            </a:extLst>
          </p:cNvPr>
          <p:cNvPicPr preferRelativeResize="0"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09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4D86BA-0324-4CFB-8752-C34AB1C7DA95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120062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-Option 1"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">
            <a:extLst>
              <a:ext uri="{FF2B5EF4-FFF2-40B4-BE49-F238E27FC236}">
                <a16:creationId xmlns:a16="http://schemas.microsoft.com/office/drawing/2014/main" id="{3F4655D9-D30E-7342-99BD-71BB7AC42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7934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Footer">
            <a:extLst>
              <a:ext uri="{FF2B5EF4-FFF2-40B4-BE49-F238E27FC236}">
                <a16:creationId xmlns:a16="http://schemas.microsoft.com/office/drawing/2014/main" id="{7ABEF8C4-936F-AE47-B587-D42A36DFC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73693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r>
              <a:rPr lang="en-US"/>
              <a:t>Copyright © 2024, Oracle and/or its affiliates</a:t>
            </a:r>
            <a:endParaRPr lang="en-US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8846470-F63B-004F-AAE9-2022B000DA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3404" y="6344590"/>
            <a:ext cx="519309" cy="519309"/>
          </a:xfrm>
          <a:prstGeom prst="rect">
            <a:avLst/>
          </a:prstGeom>
        </p:spPr>
      </p:pic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46112D7E-1A54-174C-9969-BC6D7042A7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125" y="1451610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04FB2D54-9D18-8740-9FEF-FFC34AAFE8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19363" y="4162782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343A9A15-EF78-BD4D-9D90-3D0FE08A600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927601" y="1490305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ECA45E7-4C30-4B47-A0FE-4E4FDFB9B7D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6964" y="4161103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F0B635FB-7D87-3C4E-810C-66D606079F7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44077" y="1490305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</p:spTree>
    <p:extLst>
      <p:ext uri="{BB962C8B-B14F-4D97-AF65-F5344CB8AC3E}">
        <p14:creationId xmlns:p14="http://schemas.microsoft.com/office/powerpoint/2010/main" val="3714931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17" r:id="rId2"/>
    <p:sldLayoutId id="2147483774" r:id="rId3"/>
    <p:sldLayoutId id="2147483922" r:id="rId4"/>
    <p:sldLayoutId id="2147483920" r:id="rId5"/>
    <p:sldLayoutId id="2147483931" r:id="rId6"/>
    <p:sldLayoutId id="2147483936" r:id="rId7"/>
    <p:sldLayoutId id="2147483969" r:id="rId8"/>
    <p:sldLayoutId id="2147483974" r:id="rId9"/>
    <p:sldLayoutId id="2147483756" r:id="rId10"/>
    <p:sldLayoutId id="2147483754" r:id="rId11"/>
    <p:sldLayoutId id="2147483778" r:id="rId12"/>
    <p:sldLayoutId id="2147483762" r:id="rId13"/>
    <p:sldLayoutId id="2147483766" r:id="rId14"/>
    <p:sldLayoutId id="2147483814" r:id="rId15"/>
    <p:sldLayoutId id="2147483987" r:id="rId16"/>
    <p:sldLayoutId id="2147483763" r:id="rId17"/>
    <p:sldLayoutId id="2147483744" r:id="rId18"/>
    <p:sldLayoutId id="2147483742" r:id="rId19"/>
    <p:sldLayoutId id="2147483948" r:id="rId20"/>
    <p:sldLayoutId id="2147483972" r:id="rId21"/>
    <p:sldLayoutId id="2147484010" r:id="rId22"/>
    <p:sldLayoutId id="2147484014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kumimoji="1" lang="en-US" sz="2400" b="1" i="0" kern="1200" baseline="0" dirty="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kumimoji="1" sz="1800" b="0" i="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800" b="0" i="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6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kumimoji="1" sz="12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7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  <p:sldLayoutId id="2147484033" r:id="rId18"/>
    <p:sldLayoutId id="2147484034" r:id="rId19"/>
    <p:sldLayoutId id="2147484035" r:id="rId20"/>
    <p:sldLayoutId id="2147484036" r:id="rId21"/>
    <p:sldLayoutId id="214748403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kumimoji="1"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kumimoji="1"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kumimoji="1"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52">
          <p15:clr>
            <a:srgbClr val="F26B43"/>
          </p15:clr>
        </p15:guide>
        <p15:guide id="5" pos="480">
          <p15:clr>
            <a:srgbClr val="F26B43"/>
          </p15:clr>
        </p15:guide>
        <p15:guide id="6" orient="horz" pos="795">
          <p15:clr>
            <a:srgbClr val="F26B43"/>
          </p15:clr>
        </p15:guide>
        <p15:guide id="7" orient="horz" pos="590">
          <p15:clr>
            <a:srgbClr val="F26B43"/>
          </p15:clr>
        </p15:guide>
        <p15:guide id="8" pos="7212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Meirio_Oracle_Redwood_Simplified_Light_Version_v1.2-3.14.22" id="{874A05B0-486D-0744-A082-98D549E8EB04}" vid="{CC808929-AF67-DA47-AA2F-229D9A1AB354}"/>
    </a:ext>
  </a:extLst>
</a:theme>
</file>

<file path=ppt/theme/theme2.xml><?xml version="1.0" encoding="utf-8"?>
<a:theme xmlns:a="http://schemas.openxmlformats.org/drawingml/2006/main" name="8_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Redwood JPN MeiryoUI">
      <a:majorFont>
        <a:latin typeface="Georgia"/>
        <a:ea typeface="Meiryo UI"/>
        <a:cs typeface=""/>
      </a:majorFont>
      <a:minorFont>
        <a:latin typeface="Oracle Sans"/>
        <a:ea typeface="Meiryo UI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Oracle Redwood Modern v1.3.potx" id="{C40D26AA-AE81-48D1-A0F0-5E13EA2B508E}" vid="{041AC451-E38F-4576-BE01-533403702A14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ppt/theme/themeOverride2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Parent Master Pillars</Template>
  <TotalTime>13789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12" baseType="lpstr">
      <vt:lpstr>Meiryo UI</vt:lpstr>
      <vt:lpstr>System Font Regular</vt:lpstr>
      <vt:lpstr>Tiempos Fine</vt:lpstr>
      <vt:lpstr>Arial</vt:lpstr>
      <vt:lpstr>Georgia</vt:lpstr>
      <vt:lpstr>Oracle Sans</vt:lpstr>
      <vt:lpstr>Oracle Sans Light</vt:lpstr>
      <vt:lpstr>Oracle Sans Tab</vt:lpstr>
      <vt:lpstr>Oracle Sans Tab Light</vt:lpstr>
      <vt:lpstr>Oracle Sans Ultra Light</vt:lpstr>
      <vt:lpstr>Parent Master Pillars</vt:lpstr>
      <vt:lpstr>8_Parent Master Pillars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叩き台: OCLSでのAI関連サービス支援について</dc:title>
  <dc:creator>Kazuyuki Ito</dc:creator>
  <cp:lastModifiedBy>Robin Wu</cp:lastModifiedBy>
  <cp:revision>291</cp:revision>
  <dcterms:created xsi:type="dcterms:W3CDTF">2024-04-18T14:39:36Z</dcterms:created>
  <dcterms:modified xsi:type="dcterms:W3CDTF">2024-11-14T06:33:58Z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</Properties>
</file>